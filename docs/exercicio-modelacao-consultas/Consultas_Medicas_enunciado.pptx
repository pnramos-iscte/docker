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193624430e42fa" /><Relationship Type="http://schemas.openxmlformats.org/officeDocument/2006/relationships/extended-properties" Target="/docProps/app.xml" Id="Rcf2ed03eb62e4ee6" /><Relationship Type="http://schemas.openxmlformats.org/officeDocument/2006/relationships/officeDocument" Target="/ppt/presentation.xml" Id="Reae5c0ad2864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fa48c7d16c4176"/>
  </p:sldMasterIdLst>
  <p:notesMasterIdLst>
    <p:notesMasterId xmlns:r="http://schemas.openxmlformats.org/officeDocument/2006/relationships" r:id="R2243383fe9264993"/>
  </p:notesMasterIdLst>
  <p:sldIdLst>
    <p:sldId xmlns:r="http://schemas.openxmlformats.org/officeDocument/2006/relationships" id="256" r:id="R23425f418d3f4dfa"/>
    <p:sldId xmlns:r="http://schemas.openxmlformats.org/officeDocument/2006/relationships" id="257" r:id="Rf62704116dc44d5a"/>
    <p:sldId xmlns:r="http://schemas.openxmlformats.org/officeDocument/2006/relationships" id="258" r:id="R2287d8d4d60b4a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a5cb18c6064598" /><Relationship Type="http://schemas.openxmlformats.org/officeDocument/2006/relationships/slideMaster" Target="/ppt/slideMasters/slideMaster1.xml" Id="R6dfa48c7d16c4176" /><Relationship Type="http://schemas.openxmlformats.org/officeDocument/2006/relationships/notesMaster" Target="/ppt/notesMasters/notesMaster1.xml" Id="R2243383fe9264993" /><Relationship Type="http://schemas.openxmlformats.org/officeDocument/2006/relationships/presProps" Target="/ppt/presProps.xml" Id="Ra63ac7f5617045c2" /><Relationship Type="http://schemas.openxmlformats.org/officeDocument/2006/relationships/tableStyles" Target="/ppt/tableStyles.xml" Id="Rd0fbb96db79047b2" /><Relationship Type="http://schemas.openxmlformats.org/officeDocument/2006/relationships/slide" Target="/ppt/slides/slide1.xml" Id="R23425f418d3f4dfa" /><Relationship Type="http://schemas.openxmlformats.org/officeDocument/2006/relationships/slide" Target="/ppt/slides/slide2.xml" Id="Rf62704116dc44d5a" /><Relationship Type="http://schemas.openxmlformats.org/officeDocument/2006/relationships/slide" Target="/ppt/slides/slide3.xml" Id="R2287d8d4d60b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1fe0f8e81647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043ae456284834" /><Relationship Type="http://schemas.openxmlformats.org/officeDocument/2006/relationships/notesMaster" Target="/ppt/notesMasters/notesMaster1.xml" Id="Raf9eeb5cc5da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f5628f96a4c5f" /><Relationship Type="http://schemas.openxmlformats.org/officeDocument/2006/relationships/notesMaster" Target="/ppt/notesMasters/notesMaster1.xml" Id="R305101af317c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2a0b35d194c6d" /><Relationship Type="http://schemas.openxmlformats.org/officeDocument/2006/relationships/notesMaster" Target="/ppt/notesMasters/notesMaster1.xml" Id="R4ba80bc80880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342bf4228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a631c509d4578" /><Relationship Type="http://schemas.openxmlformats.org/officeDocument/2006/relationships/slideLayout" Target="/ppt/slideLayouts/slideLayout1.xml" Id="Ra046511f8d9e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6511f8d9e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33e4c310d4907" /><Relationship Type="http://schemas.openxmlformats.org/officeDocument/2006/relationships/notesSlide" Target="/ppt/notesSlides/notesSlide1.xml" Id="R8ada151874d8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a3a2bb8054e47" /><Relationship Type="http://schemas.openxmlformats.org/officeDocument/2006/relationships/notesSlide" Target="/ppt/notesSlides/notesSlide2.xml" Id="R094970265495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8157081724509" /><Relationship Type="http://schemas.openxmlformats.org/officeDocument/2006/relationships/notesSlide" Target="/ppt/notesSlides/notesSlide3.xml" Id="R0a2a6d8fdbdf47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070A8-3963-4857-9DAE-AE010ED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7EAEB-70E6-43F8-B2EB-74079E9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9B0B9-7EF6-4F73-B2C8-6FA425A1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D6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D6D4"/>
                </a:solidFill>
                <a:latin typeface="Aptos"/>
                <a:ea typeface="Aptos"/>
                <a:cs typeface="Aptos"/>
              </a:rPr>
              <a:t>EXERCÍCIO DE MODELAÇÃO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B316B-6728-40A3-B227-087B3C0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62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Consultas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médicas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97FD1-4F9E-40CF-8308-FAC3959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7E4E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E4EB"/>
                </a:solidFill>
                <a:latin typeface="Aptos"/>
                <a:ea typeface="Aptos"/>
                <a:cs typeface="Aptos"/>
              </a:rPr>
              <a:t>Garantir que a especialidade escolhida pertence ao médico.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7F7FE-F3BD-4580-B941-DC7418D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</p:spTree>
    <p:extLst>
      <p:ext uri="{BB962C8B-B14F-4D97-AF65-F5344CB8AC3E}">
        <p14:creationId xmlns:p14="http://schemas.microsoft.com/office/powerpoint/2010/main" val="3808674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D9AE8-2B28-470F-8736-B7645DB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DC654-E1BD-403C-9802-4CFE1C7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29586-2234-4A57-8B03-DF14EDA4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que deve ser guardado?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FE50E-C07F-4329-95EE-7B62FB4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6896A-F44D-4DB6-A684-6085A90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03B4A-2F9D-4A75-99EA-990585F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AD7D9-894B-4D40-B12C-3E896BD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4302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Consulta: número, data, valor, paciente, médico e especialidade.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39B69-B103-4A0D-9D69-FD716E8D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20F2E-FC1C-41D7-917F-A9D0C9F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F6594-6CF5-41FE-A921-7F8031A1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5662B-D61B-4865-90F3-898E702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Paciente: número de utente, nome e morada.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80B31-EEBA-48B6-A93E-A984089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10B71-D302-4E09-AFC2-5C06C75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91716-5B4D-4852-8582-A2C391B5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FF4B8-6EA8-479B-A0FC-900CE167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1477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Médico: número de funcionário, nome, morada e especialidades.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1197E-174F-42E6-893B-6F6E0035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75979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1EF5D-9C3E-449B-A526-B5860052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331FF-DC55-41CE-8683-CAE55F36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92D7-B443-4E33-B2A5-198C31C5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4252E-B8ED-4836-B87F-E91F20E5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C806D-ABEA-4046-97D7-67C89512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DABC-A2AD-45A1-B70C-B4D39CA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11844-09C3-4115-84EC-C1334A1C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4302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Crie o modelo relacional e identifique as PK e FK.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DE531-C748-409C-BF8E-79B950D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64FE6-103C-4048-ADCE-2192DFF0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4EA1F-5B4F-439F-97F2-01A0319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BA5BA-815B-4610-B7C8-E2732B8C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Um médico pode ter várias especialidades; cada consulta usa apenas uma.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0CE52-8F3A-44F3-9B68-F353459D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4913-2AA3-4548-AA92-5C58AC2D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75B58-1C85-47A0-A56C-D05A9F3C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1214B-DA03-44BD-8C9E-43D04EA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1477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Garanta, no modelo, que a especialidade da consulta pertence ao médico. A resolução não está incluída nestes slides.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CE305-8B1E-4B07-ACF4-3B98A54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7661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2026-09-12T14:53:12.6470000Z</dcterms:created>
  <dcterms:modified xsi:type="dcterms:W3CDTF">2026-09-12T14:53:12.6470000Z</dcterms:modified>
</coreProperties>
</file>