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fdf857d2124514" /><Relationship Type="http://schemas.openxmlformats.org/officeDocument/2006/relationships/extended-properties" Target="/docProps/app.xml" Id="R8f10a0eb1dd94fdb" /><Relationship Type="http://schemas.openxmlformats.org/officeDocument/2006/relationships/officeDocument" Target="/ppt/presentation.xml" Id="R594b8db5a15e4f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f92bb09c5f49fb"/>
  </p:sldMasterIdLst>
  <p:notesMasterIdLst>
    <p:notesMasterId xmlns:r="http://schemas.openxmlformats.org/officeDocument/2006/relationships" r:id="Rc68286b7d8a5493d"/>
  </p:notesMasterIdLst>
  <p:sldIdLst>
    <p:sldId xmlns:r="http://schemas.openxmlformats.org/officeDocument/2006/relationships" id="256" r:id="Re0b43a201ba04d47"/>
    <p:sldId xmlns:r="http://schemas.openxmlformats.org/officeDocument/2006/relationships" id="257" r:id="R786c30c0e7224796"/>
    <p:sldId xmlns:r="http://schemas.openxmlformats.org/officeDocument/2006/relationships" id="258" r:id="R7c01305c08944e62"/>
    <p:sldId xmlns:r="http://schemas.openxmlformats.org/officeDocument/2006/relationships" id="259" r:id="R35dde511c8d14f08"/>
    <p:sldId xmlns:r="http://schemas.openxmlformats.org/officeDocument/2006/relationships" id="260" r:id="R49ac201d7b0e4f43"/>
    <p:sldId xmlns:r="http://schemas.openxmlformats.org/officeDocument/2006/relationships" id="261" r:id="R20c980c56e004a5c"/>
    <p:sldId xmlns:r="http://schemas.openxmlformats.org/officeDocument/2006/relationships" id="262" r:id="R992785648df7424c"/>
    <p:sldId xmlns:r="http://schemas.openxmlformats.org/officeDocument/2006/relationships" id="263" r:id="R4b79ff2277f641e0"/>
    <p:sldId xmlns:r="http://schemas.openxmlformats.org/officeDocument/2006/relationships" id="264" r:id="Rb3a5745ca2b54596"/>
    <p:sldId xmlns:r="http://schemas.openxmlformats.org/officeDocument/2006/relationships" id="265" r:id="R5d05fdc6e069485f"/>
    <p:sldId xmlns:r="http://schemas.openxmlformats.org/officeDocument/2006/relationships" id="266" r:id="R37fa2977cd924204"/>
    <p:sldId xmlns:r="http://schemas.openxmlformats.org/officeDocument/2006/relationships" id="267" r:id="Rdecf14571b0a4e94"/>
    <p:sldId xmlns:r="http://schemas.openxmlformats.org/officeDocument/2006/relationships" id="268" r:id="Ra98e7b30d20641cb"/>
    <p:sldId xmlns:r="http://schemas.openxmlformats.org/officeDocument/2006/relationships" id="269" r:id="Rbe5dcf9bfae04a39"/>
    <p:sldId xmlns:r="http://schemas.openxmlformats.org/officeDocument/2006/relationships" id="270" r:id="R9cda3ba37ebe4192"/>
    <p:sldId xmlns:r="http://schemas.openxmlformats.org/officeDocument/2006/relationships" id="271" r:id="Rca54a3ec4a714b51"/>
    <p:sldId xmlns:r="http://schemas.openxmlformats.org/officeDocument/2006/relationships" id="272" r:id="Rc4be71f99b9e48e2"/>
    <p:sldId xmlns:r="http://schemas.openxmlformats.org/officeDocument/2006/relationships" id="273" r:id="R1def24e981434309"/>
    <p:sldId xmlns:r="http://schemas.openxmlformats.org/officeDocument/2006/relationships" id="274" r:id="R13d6bb6d1e554f07"/>
    <p:sldId xmlns:r="http://schemas.openxmlformats.org/officeDocument/2006/relationships" id="275" r:id="R8adb7a7f29714687"/>
    <p:sldId xmlns:r="http://schemas.openxmlformats.org/officeDocument/2006/relationships" id="276" r:id="Ra459465eb9b946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fe4b47aacc487a" /><Relationship Type="http://schemas.openxmlformats.org/officeDocument/2006/relationships/slideMaster" Target="/ppt/slideMasters/slideMaster1.xml" Id="Rc1f92bb09c5f49fb" /><Relationship Type="http://schemas.openxmlformats.org/officeDocument/2006/relationships/notesMaster" Target="/ppt/notesMasters/notesMaster1.xml" Id="Rc68286b7d8a5493d" /><Relationship Type="http://schemas.openxmlformats.org/officeDocument/2006/relationships/presProps" Target="/ppt/presProps.xml" Id="R6416ffe67008465d" /><Relationship Type="http://schemas.openxmlformats.org/officeDocument/2006/relationships/tableStyles" Target="/ppt/tableStyles.xml" Id="Re8306c5030a64075" /><Relationship Type="http://schemas.openxmlformats.org/officeDocument/2006/relationships/slide" Target="/ppt/slides/slide1.xml" Id="Re0b43a201ba04d47" /><Relationship Type="http://schemas.openxmlformats.org/officeDocument/2006/relationships/slide" Target="/ppt/slides/slide2.xml" Id="R786c30c0e7224796" /><Relationship Type="http://schemas.openxmlformats.org/officeDocument/2006/relationships/slide" Target="/ppt/slides/slide3.xml" Id="R7c01305c08944e62" /><Relationship Type="http://schemas.openxmlformats.org/officeDocument/2006/relationships/slide" Target="/ppt/slides/slide4.xml" Id="R35dde511c8d14f08" /><Relationship Type="http://schemas.openxmlformats.org/officeDocument/2006/relationships/slide" Target="/ppt/slides/slide5.xml" Id="R49ac201d7b0e4f43" /><Relationship Type="http://schemas.openxmlformats.org/officeDocument/2006/relationships/slide" Target="/ppt/slides/slide6.xml" Id="R20c980c56e004a5c" /><Relationship Type="http://schemas.openxmlformats.org/officeDocument/2006/relationships/slide" Target="/ppt/slides/slide7.xml" Id="R992785648df7424c" /><Relationship Type="http://schemas.openxmlformats.org/officeDocument/2006/relationships/slide" Target="/ppt/slides/slide8.xml" Id="R4b79ff2277f641e0" /><Relationship Type="http://schemas.openxmlformats.org/officeDocument/2006/relationships/slide" Target="/ppt/slides/slide9.xml" Id="Rb3a5745ca2b54596" /><Relationship Type="http://schemas.openxmlformats.org/officeDocument/2006/relationships/slide" Target="/ppt/slides/slide10.xml" Id="R5d05fdc6e069485f" /><Relationship Type="http://schemas.openxmlformats.org/officeDocument/2006/relationships/slide" Target="/ppt/slides/slide11.xml" Id="R37fa2977cd924204" /><Relationship Type="http://schemas.openxmlformats.org/officeDocument/2006/relationships/slide" Target="/ppt/slides/slide12.xml" Id="Rdecf14571b0a4e94" /><Relationship Type="http://schemas.openxmlformats.org/officeDocument/2006/relationships/slide" Target="/ppt/slides/slide13.xml" Id="Ra98e7b30d20641cb" /><Relationship Type="http://schemas.openxmlformats.org/officeDocument/2006/relationships/slide" Target="/ppt/slides/slide14.xml" Id="Rbe5dcf9bfae04a39" /><Relationship Type="http://schemas.openxmlformats.org/officeDocument/2006/relationships/slide" Target="/ppt/slides/slide15.xml" Id="R9cda3ba37ebe4192" /><Relationship Type="http://schemas.openxmlformats.org/officeDocument/2006/relationships/slide" Target="/ppt/slides/slide16.xml" Id="Rca54a3ec4a714b51" /><Relationship Type="http://schemas.openxmlformats.org/officeDocument/2006/relationships/slide" Target="/ppt/slides/slide17.xml" Id="Rc4be71f99b9e48e2" /><Relationship Type="http://schemas.openxmlformats.org/officeDocument/2006/relationships/slide" Target="/ppt/slides/slide18.xml" Id="R1def24e981434309" /><Relationship Type="http://schemas.openxmlformats.org/officeDocument/2006/relationships/slide" Target="/ppt/slides/slide19.xml" Id="R13d6bb6d1e554f07" /><Relationship Type="http://schemas.openxmlformats.org/officeDocument/2006/relationships/slide" Target="/ppt/slides/slide20.xml" Id="R8adb7a7f29714687" /><Relationship Type="http://schemas.openxmlformats.org/officeDocument/2006/relationships/slide" Target="/ppt/slides/slide21.xml" Id="Ra459465eb9b946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b53674e3c541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243a854a8e4b96" /><Relationship Type="http://schemas.openxmlformats.org/officeDocument/2006/relationships/notesMaster" Target="/ppt/notesMasters/notesMaster1.xml" Id="R5e6f7b325d8847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e48bc9a08544a8" /><Relationship Type="http://schemas.openxmlformats.org/officeDocument/2006/relationships/notesMaster" Target="/ppt/notesMasters/notesMaster1.xml" Id="Rbfd0da4ee86947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5ec529920f442b" /><Relationship Type="http://schemas.openxmlformats.org/officeDocument/2006/relationships/notesMaster" Target="/ppt/notesMasters/notesMaster1.xml" Id="R45b88dd1303b4b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8f30e1569d4b9b" /><Relationship Type="http://schemas.openxmlformats.org/officeDocument/2006/relationships/notesMaster" Target="/ppt/notesMasters/notesMaster1.xml" Id="R9f74b6f315b34f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578fbab2644e7c" /><Relationship Type="http://schemas.openxmlformats.org/officeDocument/2006/relationships/notesMaster" Target="/ppt/notesMasters/notesMaster1.xml" Id="R2265cc65cad140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4d409dba364efb" /><Relationship Type="http://schemas.openxmlformats.org/officeDocument/2006/relationships/notesMaster" Target="/ppt/notesMasters/notesMaster1.xml" Id="Rbd1eab6bc55446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660f7b992a429f" /><Relationship Type="http://schemas.openxmlformats.org/officeDocument/2006/relationships/notesMaster" Target="/ppt/notesMasters/notesMaster1.xml" Id="R61d51308af044c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99dc2e0ea842d0" /><Relationship Type="http://schemas.openxmlformats.org/officeDocument/2006/relationships/notesMaster" Target="/ppt/notesMasters/notesMaster1.xml" Id="R34b411ec3e2345c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d9aa1338494748" /><Relationship Type="http://schemas.openxmlformats.org/officeDocument/2006/relationships/notesMaster" Target="/ppt/notesMasters/notesMaster1.xml" Id="R7c71c8b2126f4f0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d7cad201f71401a" /><Relationship Type="http://schemas.openxmlformats.org/officeDocument/2006/relationships/notesMaster" Target="/ppt/notesMasters/notesMaster1.xml" Id="Rd0770c6131bd4e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6b8f121167f4182" /><Relationship Type="http://schemas.openxmlformats.org/officeDocument/2006/relationships/notesMaster" Target="/ppt/notesMasters/notesMaster1.xml" Id="R6a61f72b64af4e1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34910a5ee764001" /><Relationship Type="http://schemas.openxmlformats.org/officeDocument/2006/relationships/notesMaster" Target="/ppt/notesMasters/notesMaster1.xml" Id="Rb19bc3f2a45f455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2a71411f1e14cf3" /><Relationship Type="http://schemas.openxmlformats.org/officeDocument/2006/relationships/notesMaster" Target="/ppt/notesMasters/notesMaster1.xml" Id="R341e32716bd749c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5cf36d3180746fb" /><Relationship Type="http://schemas.openxmlformats.org/officeDocument/2006/relationships/notesMaster" Target="/ppt/notesMasters/notesMaster1.xml" Id="Rc5f4fbeab78441a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edfa8b9c7164618" /><Relationship Type="http://schemas.openxmlformats.org/officeDocument/2006/relationships/notesMaster" Target="/ppt/notesMasters/notesMaster1.xml" Id="R27c8f00acba9441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1a892ee4af64689" /><Relationship Type="http://schemas.openxmlformats.org/officeDocument/2006/relationships/notesMaster" Target="/ppt/notesMasters/notesMaster1.xml" Id="R2c6ebb4fbe75452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096bf31e4ca4af8" /><Relationship Type="http://schemas.openxmlformats.org/officeDocument/2006/relationships/notesMaster" Target="/ppt/notesMasters/notesMaster1.xml" Id="R49935f41b884486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bad201feaa047dd" /><Relationship Type="http://schemas.openxmlformats.org/officeDocument/2006/relationships/notesMaster" Target="/ppt/notesMasters/notesMaster1.xml" Id="R6a97cfcdebf641d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a2b888c16b4423c" /><Relationship Type="http://schemas.openxmlformats.org/officeDocument/2006/relationships/notesMaster" Target="/ppt/notesMasters/notesMaster1.xml" Id="R323fa22ea0164a2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fecdf251344439a" /><Relationship Type="http://schemas.openxmlformats.org/officeDocument/2006/relationships/notesMaster" Target="/ppt/notesMasters/notesMaster1.xml" Id="R581b0555b27c400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8ec4019c16a4d78" /><Relationship Type="http://schemas.openxmlformats.org/officeDocument/2006/relationships/notesMaster" Target="/ppt/notesMasters/notesMaster1.xml" Id="Rae671904250142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159202c34a4d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8d6a11f8054ee6" /><Relationship Type="http://schemas.openxmlformats.org/officeDocument/2006/relationships/slideLayout" Target="/ppt/slideLayouts/slideLayout1.xml" Id="Rb8457ebb053c46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457ebb053c46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ae15bf0084d03" /><Relationship Type="http://schemas.openxmlformats.org/officeDocument/2006/relationships/notesSlide" Target="/ppt/notesSlides/notesSlide1.xml" Id="R013c7c9ebbcb40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11cd631d8496f" /><Relationship Type="http://schemas.openxmlformats.org/officeDocument/2006/relationships/notesSlide" Target="/ppt/notesSlides/notesSlide2.xml" Id="R56719641208045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f39ab32d648b7" /><Relationship Type="http://schemas.openxmlformats.org/officeDocument/2006/relationships/notesSlide" Target="/ppt/notesSlides/notesSlide3.xml" Id="R4a1851ed940242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ce97bfe684168" /><Relationship Type="http://schemas.openxmlformats.org/officeDocument/2006/relationships/notesSlide" Target="/ppt/notesSlides/notesSlide4.xml" Id="R504cbf5a930c48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4bec7568c4e77" /><Relationship Type="http://schemas.openxmlformats.org/officeDocument/2006/relationships/notesSlide" Target="/ppt/notesSlides/notesSlide5.xml" Id="R89253e5d6d2d4f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02f34c76e43c9" /><Relationship Type="http://schemas.openxmlformats.org/officeDocument/2006/relationships/notesSlide" Target="/ppt/notesSlides/notesSlide6.xml" Id="R03d0345c9d464f7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74b532488d45d1" /><Relationship Type="http://schemas.openxmlformats.org/officeDocument/2006/relationships/notesSlide" Target="/ppt/notesSlides/notesSlide7.xml" Id="R3bacd7419d1e4e0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9254bd051840fd" /><Relationship Type="http://schemas.openxmlformats.org/officeDocument/2006/relationships/notesSlide" Target="/ppt/notesSlides/notesSlide8.xml" Id="Rddfc9b9b96c64b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abcce9aa940f2" /><Relationship Type="http://schemas.openxmlformats.org/officeDocument/2006/relationships/notesSlide" Target="/ppt/notesSlides/notesSlide9.xml" Id="Ra979ace904f043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c81b66de194acf" /><Relationship Type="http://schemas.openxmlformats.org/officeDocument/2006/relationships/notesSlide" Target="/ppt/notesSlides/notesSlide10.xml" Id="Rdc38f28a80f9457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77ce21b7c4171" /><Relationship Type="http://schemas.openxmlformats.org/officeDocument/2006/relationships/notesSlide" Target="/ppt/notesSlides/notesSlide11.xml" Id="R76f33e9e428945c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978b18b9f4378" /><Relationship Type="http://schemas.openxmlformats.org/officeDocument/2006/relationships/notesSlide" Target="/ppt/notesSlides/notesSlide12.xml" Id="Re01924613d404ac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5d21bb037488f" /><Relationship Type="http://schemas.openxmlformats.org/officeDocument/2006/relationships/notesSlide" Target="/ppt/notesSlides/notesSlide13.xml" Id="R71ef6d361759472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e44a8753674154" /><Relationship Type="http://schemas.openxmlformats.org/officeDocument/2006/relationships/notesSlide" Target="/ppt/notesSlides/notesSlide14.xml" Id="Rb42ad58d21b9427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39e02d26484236" /><Relationship Type="http://schemas.openxmlformats.org/officeDocument/2006/relationships/notesSlide" Target="/ppt/notesSlides/notesSlide15.xml" Id="R7c7c695bda6c4aa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2328a9d5149c8" /><Relationship Type="http://schemas.openxmlformats.org/officeDocument/2006/relationships/notesSlide" Target="/ppt/notesSlides/notesSlide16.xml" Id="Re4b0f077391b477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b855c1289469e" /><Relationship Type="http://schemas.openxmlformats.org/officeDocument/2006/relationships/notesSlide" Target="/ppt/notesSlides/notesSlide17.xml" Id="R22dbb8c16031458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3a6ab01ae4f7c" /><Relationship Type="http://schemas.openxmlformats.org/officeDocument/2006/relationships/notesSlide" Target="/ppt/notesSlides/notesSlide18.xml" Id="R1cb22b0249114cc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194b40604f4e6d" /><Relationship Type="http://schemas.openxmlformats.org/officeDocument/2006/relationships/notesSlide" Target="/ppt/notesSlides/notesSlide19.xml" Id="R2c0c5f7cc3434ca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e777bd0c54a74" /><Relationship Type="http://schemas.openxmlformats.org/officeDocument/2006/relationships/notesSlide" Target="/ppt/notesSlides/notesSlide20.xml" Id="R637514a3cb4b431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59ee728314b06" /><Relationship Type="http://schemas.openxmlformats.org/officeDocument/2006/relationships/notesSlide" Target="/ppt/notesSlides/notesSlide21.xml" Id="R44ad3798e8f54e5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5E7FD8-FEC0-4F1C-A0D8-34E59B19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D16320-078B-4B69-85E5-83FAC239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D30F2B-2E2B-4A48-B609-FB9FD743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CASO PRÁTICO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653248-917A-43E5-B7AC-6B1733AD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239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Exercícios SELECT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Hotel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C876BE-4209-4CFD-BAA0-B6F5ED62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6E7E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D6E7EE"/>
                </a:solidFill>
                <a:latin typeface="Aptos"/>
                <a:ea typeface="Aptos"/>
                <a:cs typeface="Aptos"/>
              </a:rPr>
              <a:t>19 exercícios sem respostas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C8796-DA04-4283-A7E5-46E3B4FD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Pedro Ramos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718D8B-5055-4746-8879-C1E733B6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76375"/>
            <a:ext cx="2333625" cy="295275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173A5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3BC19B-AD43-4A14-A476-5C0FD129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176212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HOTEL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QUARTO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RESERVA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CLIENTE</a:t>
            </a:r>
          </a:p>
        </p:txBody>
      </p:sp>
    </p:spTree>
    <p:extLst>
      <p:ext uri="{BB962C8B-B14F-4D97-AF65-F5344CB8AC3E}">
        <p14:creationId xmlns:p14="http://schemas.microsoft.com/office/powerpoint/2010/main" val="97259210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3CA1DC-46EB-4302-9EC3-F2664BA6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0E9EF-C9F0-4D95-8D1A-238845AF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5BF280-9FA9-44BE-9C0E-2782A55E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HOTEL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29BEE7-1D81-4A2D-8198-93E75816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Estrutura da base de dados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05F608-D147-43AC-922B-3FF9FC4E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960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02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6F25F9-1E8F-41A0-BD26-310B5E0B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7C406-C9D2-4983-91FD-207A4464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478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Hotel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E811CF-669B-4151-9C0F-11B38DB2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333500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2DD5CC-293D-4CB4-8116-F6449122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4478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Quarto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DFDAC4-5D2E-4D32-A76C-90093BBF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333500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137411-D2F7-4A02-9546-3F599165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4478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Reserva_Quartos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46A9E4-3B86-479A-888E-E09C0A62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33500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773CCD-1250-4595-9BA4-ED3AA265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4478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Reserva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B961A7-999C-4CB2-A732-1A0281E2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14750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5A80DC-FE4B-4F92-8E4A-DC5810BA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2905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Cliente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673159-9C9F-40D5-9DCE-4BE6E10E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62500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5C93DC-59DD-4B8F-A207-A4A52241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8768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Individual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5D4762-1757-47BE-93D5-D45A1B2F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5CB1FD-E60A-4AB1-975E-4DAACAE8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8768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Organizacao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C56DE3-A6D5-4B66-8896-4BF94A85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14750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A716AF-B731-438F-A9F6-5A47544D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82905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Factura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D7D702-1A10-481A-9176-A1DF06E0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PK e FK ligam hotéis, quartos, reservas, clientes e faturas</a:t>
            </a:r>
          </a:p>
        </p:txBody>
      </p:sp>
    </p:spTree>
    <p:extLst>
      <p:ext uri="{BB962C8B-B14F-4D97-AF65-F5344CB8AC3E}">
        <p14:creationId xmlns:p14="http://schemas.microsoft.com/office/powerpoint/2010/main" val="117621856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408290-524B-4565-88FB-C5D69326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B39695-983C-4E09-95C5-7CDA01A5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48BEB5-34AA-4D19-901F-60D3F5E7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HOTEL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47B571-6B06-4C45-B227-EE4551D4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Exercício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D5DD3B-A3C6-406F-9B81-679E0A4C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960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03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596860-D16A-4824-9588-9F880FD7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85875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Listar o nome de todos os clientes por ordem alfabética decrescente.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E61E63-4794-47E1-9B23-4160CD65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76625"/>
            <a:ext cx="10572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DDECF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375231-B3D7-46A1-9270-B55CBD0A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147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SELECT básico e agregação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D13922-79C3-4933-86A8-A777176B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9100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Escreva o comando e antecipe as linhas do resultado antes de o executar.</a:t>
            </a:r>
          </a:p>
        </p:txBody>
      </p:sp>
    </p:spTree>
    <p:extLst>
      <p:ext uri="{BB962C8B-B14F-4D97-AF65-F5344CB8AC3E}">
        <p14:creationId xmlns:p14="http://schemas.microsoft.com/office/powerpoint/2010/main" val="133527945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D2313-D0D7-4182-A6F2-8C577974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26B3B9-9F33-4E10-AD0C-7DD2E3E4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78278A-C48F-4530-A112-90702F12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HOTEL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EA59F-F65B-4E86-8AB5-D9717553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Exercício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5DF1A6-2C51-4C67-82F0-BD17388F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960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04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EFCE5-9FC5-43E7-81B3-77BA7132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85875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Listar o número dos quartos do hotel cuja sigla é RM.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58748E-603E-46B3-B778-F2DD1A46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76625"/>
            <a:ext cx="10572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DDECF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3AA346-0BF1-42CA-A72B-ABA6FEFE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147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SELECT básico e agregação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A1FB7-EF63-49F5-B8B8-3C33F128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9100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Escreva o comando e antecipe as linhas do resultado antes de o executar.</a:t>
            </a:r>
          </a:p>
        </p:txBody>
      </p:sp>
    </p:spTree>
    <p:extLst>
      <p:ext uri="{BB962C8B-B14F-4D97-AF65-F5344CB8AC3E}">
        <p14:creationId xmlns:p14="http://schemas.microsoft.com/office/powerpoint/2010/main" val="162218440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ACDBC0-F73B-41F4-A970-3C2EF813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3E5EC-D098-456D-BF16-A85D2178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97F7B7-4D5C-432E-AC4D-DF38414B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HOTEL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52FDCF-1121-4AA0-A5E9-D049995F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Exercício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86E440-F93A-4F34-BFC9-A6A81167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960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05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312ACC-4FFF-48C1-864E-1E1CBE7C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85875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Quantos hotéis existem na base de dados?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82F82E-0D38-4768-88A3-8AA4F47A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76625"/>
            <a:ext cx="10572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DDECF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494046-4056-4A9E-A11C-FBD19167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147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SELECT básico e agregação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96F856-7311-4FB5-908E-A7B64A98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9100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Escreva o comando e antecipe as linhas do resultado antes de o executar.</a:t>
            </a:r>
          </a:p>
        </p:txBody>
      </p:sp>
    </p:spTree>
    <p:extLst>
      <p:ext uri="{BB962C8B-B14F-4D97-AF65-F5344CB8AC3E}">
        <p14:creationId xmlns:p14="http://schemas.microsoft.com/office/powerpoint/2010/main" val="46123325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41DDC4-8C03-4A7C-B7C6-75968F7C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C58E62-4C02-4990-8B2A-0A41DCAE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01E0C4-022E-46A1-9BF6-81E39020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HOTEL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1DF60D-B44D-4223-9332-F47115A4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Exercício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E4FEC5-6EB2-4FA7-8857-EAA73808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960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06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E6B43-69EA-4339-9D85-A08A5D63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85875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Quantos quartos tem o hotel Majestic (MJ) e quantas camas têm, usando apenas um comando?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35AA94-CB56-4F24-BA0F-A6946A84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76625"/>
            <a:ext cx="10572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DDECF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8C1CA3-4B9A-4B63-9E0E-0614631E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147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SELECT básico e agregação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33BD90-5D44-4270-8331-1B1E7A1B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9100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Escreva o comando e antecipe as linhas do resultado antes de o executar.</a:t>
            </a:r>
          </a:p>
        </p:txBody>
      </p:sp>
    </p:spTree>
    <p:extLst>
      <p:ext uri="{BB962C8B-B14F-4D97-AF65-F5344CB8AC3E}">
        <p14:creationId xmlns:p14="http://schemas.microsoft.com/office/powerpoint/2010/main" val="97848358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C69F4A-48B9-449C-B006-382909E1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296C7E-26C5-4D76-BBF3-C69BC6C1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C6BA7-25A1-48A2-97DC-9C87FB69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HOTEL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C4103-283D-400D-B4FA-DEA56215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Exercício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A3C2B5-73FB-4479-9DC2-1C481E1B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960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07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16D76D-5771-4D92-9C84-0FBA044F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85875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Listar o nome de todos os clientes individuais.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442DD6-E7BA-4E68-A8D7-DA058831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76625"/>
            <a:ext cx="10572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2B3B85-CB4E-4196-AD94-7CF14522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147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Junções e filtros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D90847-42C7-4079-8B25-A6BEBEC9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9100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Escreva o comando e antecipe as linhas do resultado antes de o executar.</a:t>
            </a:r>
          </a:p>
        </p:txBody>
      </p:sp>
    </p:spTree>
    <p:extLst>
      <p:ext uri="{BB962C8B-B14F-4D97-AF65-F5344CB8AC3E}">
        <p14:creationId xmlns:p14="http://schemas.microsoft.com/office/powerpoint/2010/main" val="48242137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3A647F-0C34-4F6C-8860-A55A02B2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81BFED-4CE7-4EA3-A209-882EC2BB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FB9FD-FCF1-47F7-9BD3-1344086A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HOTEL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8CAC37-D5F9-47D3-9580-8F9649E9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Exercício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86EC5C-6BC6-493B-9D13-9C3D6722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960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08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E7220B-43FC-4609-987A-5C1C3F5E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85875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Listar o nome das organizações que trabalham no ramo Alimentar.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CA9D1F-0511-4B66-8E18-EF4B5E04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76625"/>
            <a:ext cx="10572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613C3B-1219-40A9-A8EB-0A5B42E7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147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Junções e filtros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453AD2-AAAA-415A-8EAC-1C171CE3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9100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Escreva o comando e antecipe as linhas do resultado antes de o executar.</a:t>
            </a:r>
          </a:p>
        </p:txBody>
      </p:sp>
    </p:spTree>
    <p:extLst>
      <p:ext uri="{BB962C8B-B14F-4D97-AF65-F5344CB8AC3E}">
        <p14:creationId xmlns:p14="http://schemas.microsoft.com/office/powerpoint/2010/main" val="208399531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82B30B-C216-404B-87DC-D8B29F28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98CC3-7D25-4B20-848E-2E1DE1B9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5E89E5-AA3F-42C2-BA37-11EF0C0B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HOTEL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27976C-5E97-4DBB-BC79-901234BA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Exercício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0730E4-4335-47B2-BF67-C86A9405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960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09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90D22A-F715-412F-9D80-655B3C5A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85875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Quais são os clientes individuais que não têm BI?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A0CEED-AB87-45E5-BFBA-5528CF77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76625"/>
            <a:ext cx="10572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BC8109-E2E9-4137-ACB5-40D9FDB8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147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Junções e filtros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93F085-0098-423F-B6F8-3D9E94A9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9100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Escreva o comando e antecipe as linhas do resultado antes de o executar.</a:t>
            </a:r>
          </a:p>
        </p:txBody>
      </p:sp>
    </p:spTree>
    <p:extLst>
      <p:ext uri="{BB962C8B-B14F-4D97-AF65-F5344CB8AC3E}">
        <p14:creationId xmlns:p14="http://schemas.microsoft.com/office/powerpoint/2010/main" val="18009518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0E2E4F-CBB4-4BAE-8AD6-DCA42242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666E7-6645-4938-93B1-9A53721C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6C7221-AF9F-44A8-9A4F-E6372801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HOTEL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39031-D632-463C-AE32-3BE78BC3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Exercício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A0AB3A-576A-460B-88AD-FC6093E6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960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10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9143F0-EFB3-4030-A3F3-350A07BA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85875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Quais são os hotéis com reservas em que pelo menos um quarto está afeto a mais de duas pessoas?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1FDBCA-332D-460C-A8D3-91CFEA70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76625"/>
            <a:ext cx="10572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E74710-BE7B-4A31-B628-4BE953C4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147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Junções e filtros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A7A66D-6F2F-48CC-AAF5-DD51C74E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9100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Escreva o comando e antecipe as linhas do resultado antes de o executar.</a:t>
            </a:r>
          </a:p>
        </p:txBody>
      </p:sp>
    </p:spTree>
    <p:extLst>
      <p:ext uri="{BB962C8B-B14F-4D97-AF65-F5344CB8AC3E}">
        <p14:creationId xmlns:p14="http://schemas.microsoft.com/office/powerpoint/2010/main" val="14343167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7118E8-D8A8-4305-B7C8-2297F945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B36B1-D216-47F3-87FF-50F19A17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3F08CE-846B-4A26-9488-CC4C76A6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HOTEL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10408-E435-4862-B552-8C4116FD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Exercício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4F2B01-7176-471D-9358-4080F9FE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960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11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3F37D3-92FF-4480-B989-538800B0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85875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Quais são os hotéis com reservas que se sobrepõem a agosto ou setembro de 2012? Basta existir pelo menos um dia da reserva nesse intervalo.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0F0988-BE6D-46FB-A6F7-135D5503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76625"/>
            <a:ext cx="10572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54D247-1DBA-4EFB-9DE4-ADFB65C6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147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Junções e filtros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4B63D0-D6EA-48A9-BDF6-D48CCFDB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9100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Escreva o comando e antecipe as linhas do resultado antes de o executar.</a:t>
            </a:r>
          </a:p>
        </p:txBody>
      </p:sp>
    </p:spTree>
    <p:extLst>
      <p:ext uri="{BB962C8B-B14F-4D97-AF65-F5344CB8AC3E}">
        <p14:creationId xmlns:p14="http://schemas.microsoft.com/office/powerpoint/2010/main" val="174613883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D53158-C90D-41D9-969B-6138E6D7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50389B-93FE-4DF3-97C4-1DC28EC6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3F084F-4ECA-450F-BB42-437EE154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HOTEL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379622-539E-4AEB-B895-D67211C4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Exercício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EC6E91-AFB2-4E5A-81DE-3D951973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960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12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4C8504-BF0B-4538-8251-95549935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85875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Quais são os números das reservas efetuadas pela ONU e pela Ana?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547A26-82EE-4284-85A4-56EC9746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76625"/>
            <a:ext cx="10572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9A47F8-D4DE-4FC3-8A99-F400C661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147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Junções e filtros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C8B472-0DFF-4C77-9698-A0535D21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9100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Escreva o comando e antecipe as linhas do resultado antes de o executar.</a:t>
            </a:r>
          </a:p>
        </p:txBody>
      </p:sp>
    </p:spTree>
    <p:extLst>
      <p:ext uri="{BB962C8B-B14F-4D97-AF65-F5344CB8AC3E}">
        <p14:creationId xmlns:p14="http://schemas.microsoft.com/office/powerpoint/2010/main" val="29732118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C52E71-F026-4A0A-940D-507E5F7C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CE8C44-F168-42BE-95F0-82C793E1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458D0A-D2E3-420D-856A-1B8155CB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HOTEL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BB4DB-D643-446E-8708-808CB732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Exercício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8AAE7B-986B-472E-B292-56805D4F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960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13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FBA5E6-F8C1-4F91-909A-0AD59484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85875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Liste os hotéis onde o cliente ISCTE já efetuou reservas.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C5487C-3708-47D6-9C09-90638850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76625"/>
            <a:ext cx="10572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84945B-C7CD-4A26-980B-F12D69F1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147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Junções e filtros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5B397-D4CE-43C0-8AF7-428E0339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9100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Escreva o comando e antecipe as linhas do resultado antes de o executar.</a:t>
            </a:r>
          </a:p>
        </p:txBody>
      </p:sp>
    </p:spTree>
    <p:extLst>
      <p:ext uri="{BB962C8B-B14F-4D97-AF65-F5344CB8AC3E}">
        <p14:creationId xmlns:p14="http://schemas.microsoft.com/office/powerpoint/2010/main" val="168644255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0BF1DD-BCD9-4B96-915D-85BD987E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A4045-D7B4-4B1C-816C-5CC08205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D1F89E-361B-41B2-AEE5-47C01977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HOTEL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66AF5E-FD9A-431D-814B-13876FC3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Exercício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3CACA5-97BD-4FF1-B946-96DE4C73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960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14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A0479C-CBE5-45AB-91EB-86274BC9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85875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Para cada hotel, indicar a quantidade de faturas, incluindo hotéis sem faturas.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8C979B-EF80-4B9B-A12E-C7E8C58C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76625"/>
            <a:ext cx="10572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1D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9F19F2-5383-4C16-8FFE-B064E1E4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147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Agregação, subconsultas e casos avançados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711DA9-36E9-433E-AAA9-CCB7D8F8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9100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Escreva o comando e antecipe as linhas do resultado antes de o executar.</a:t>
            </a:r>
          </a:p>
        </p:txBody>
      </p:sp>
    </p:spTree>
    <p:extLst>
      <p:ext uri="{BB962C8B-B14F-4D97-AF65-F5344CB8AC3E}">
        <p14:creationId xmlns:p14="http://schemas.microsoft.com/office/powerpoint/2010/main" val="54723959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CA1E58-20FD-4686-AE88-8E5BC4BB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15B99F-98EA-441A-8234-75961A0B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C874E3-3F49-4B5A-B290-41B4FC61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HOTEL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13B567-2AD4-4E1F-A69A-750B2953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Exercício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F87BA6-BF5E-42C6-A875-AB355C8D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960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15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575DC5-3C9A-43EF-9E24-1AADE09A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85875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Para cada hotel, indicar o total de quartos, incluindo hotéis sem quartos.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2DCB75-24E9-4FF7-B3EE-CB360C9C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76625"/>
            <a:ext cx="10572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1D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3A6D2D-A4BD-434C-95FB-B42CEB56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147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Agregação, subconsultas e casos avançados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08F846-5221-41D2-B9AB-49ABBD6B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9100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Escreva o comando e antecipe as linhas do resultado antes de o executar.</a:t>
            </a:r>
          </a:p>
        </p:txBody>
      </p:sp>
    </p:spTree>
    <p:extLst>
      <p:ext uri="{BB962C8B-B14F-4D97-AF65-F5344CB8AC3E}">
        <p14:creationId xmlns:p14="http://schemas.microsoft.com/office/powerpoint/2010/main" val="173683591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66247B-F295-47CF-BFD3-CE185C47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3E83FC-AE74-494C-80C6-2FF19AF1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782E4B-0C13-419A-B641-B0703D1B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HOTEL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1A7673-34F0-42E9-82A2-75B8F7E1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Exercício 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86F2FD-DE02-421E-9385-D337BD6F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960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16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DEE559-1108-4BBE-B017-5599C346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85875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Listar os hotéis com o maior número de quartos.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B28377-1E3E-40BA-83E2-A558386B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76625"/>
            <a:ext cx="10572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1D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8D252D-5E2E-4505-A046-C3C66A69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147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Agregação, subconsultas e casos avançados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5846DB-1245-4198-8E34-F81A508C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9100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Escreva o comando e antecipe as linhas do resultado antes de o executar.</a:t>
            </a:r>
          </a:p>
        </p:txBody>
      </p:sp>
    </p:spTree>
    <p:extLst>
      <p:ext uri="{BB962C8B-B14F-4D97-AF65-F5344CB8AC3E}">
        <p14:creationId xmlns:p14="http://schemas.microsoft.com/office/powerpoint/2010/main" val="16819860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871D10-262D-4BE8-A437-AD2D7615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D0A382-32A2-43DA-BC2C-BAD31E6A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00A40F-6E03-4447-A3F5-7C844105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HOTEL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5B8F6B-BF6E-45D9-9AEA-2D3A2E1D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Exercício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5278F6-5C2F-4947-ADCC-46336053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960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17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7A6A12-472D-4094-960B-BBC9E5B0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85875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Para cada organização, indicar o total de reservas, incluindo organizações sem reservas.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0748A2-00C2-466F-9A22-05B34077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76625"/>
            <a:ext cx="10572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1D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70BF40-7180-4BB8-824A-7AFACAB7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147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Agregação, subconsultas e casos avançados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59686A-C5CA-41B3-B3AA-84E472B9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9100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Escreva o comando e antecipe as linhas do resultado antes de o executar.</a:t>
            </a:r>
          </a:p>
        </p:txBody>
      </p:sp>
    </p:spTree>
    <p:extLst>
      <p:ext uri="{BB962C8B-B14F-4D97-AF65-F5344CB8AC3E}">
        <p14:creationId xmlns:p14="http://schemas.microsoft.com/office/powerpoint/2010/main" val="80929280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A887D2-3889-42A9-B532-552C9174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5356EE-1A19-4476-AA44-66ED7599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FFB130-A417-40BC-98DB-3D083A3B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HOTEL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60D6BD-FDF4-4CAB-978D-85674F3E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Exercício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14E736-A06D-4E8E-92DE-D58BF9F6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960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18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F3BC5E-039A-4A56-8F2E-5C35D9BE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85875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Para cada organização e cada hotel, indicar o total de reservas, incluindo combinações sem reservas.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3FDB6C-25AA-4C54-A9AC-20C8401B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76625"/>
            <a:ext cx="10572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1D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3FB575-B9AF-4381-8ACB-DD63D639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147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Agregação, subconsultas e casos avançados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96B982-73CA-41ED-BB51-F0E08B8F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9100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Escreva o comando e antecipe as linhas do resultado antes de o executar.</a:t>
            </a:r>
          </a:p>
        </p:txBody>
      </p:sp>
    </p:spTree>
    <p:extLst>
      <p:ext uri="{BB962C8B-B14F-4D97-AF65-F5344CB8AC3E}">
        <p14:creationId xmlns:p14="http://schemas.microsoft.com/office/powerpoint/2010/main" val="148432275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750EC-321B-4DBC-A29D-F35015AE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BF7D6B-0EE3-4196-9E91-E77F681B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4BB06-271A-48DF-89B9-E36790B6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HOTEL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5D50C7-34D1-4DAC-BB73-0C313AFD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Exercício 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06DD63-CA8D-4CE5-B5F2-6F9E48E9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960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19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6736ED-2F45-460B-BEA6-FF499363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85875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Listar os hotéis com o maior número de quartos livres, considerando livre um quarto que nunca aparece em Reserva_Quartos.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E87BF-07FA-4DE8-BE22-EBB01212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76625"/>
            <a:ext cx="10572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1D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6626C5-EA15-4C78-AD53-756DD770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147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Agregação, subconsultas e casos avançados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BFFF3B-37AF-4126-8A01-4936D274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9100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Escreva o comando e antecipe as linhas do resultado antes de o executar.</a:t>
            </a:r>
          </a:p>
        </p:txBody>
      </p:sp>
    </p:spTree>
    <p:extLst>
      <p:ext uri="{BB962C8B-B14F-4D97-AF65-F5344CB8AC3E}">
        <p14:creationId xmlns:p14="http://schemas.microsoft.com/office/powerpoint/2010/main" val="142740748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EA3278-682D-4C35-B1EE-5D1F41A1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5FCBF1-E254-4DF3-BB7E-F437D95D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9F2F64-655D-41FD-9C7B-11A873D8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HOTEL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299CE-E0A2-471A-ABDA-2B873DA1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Exercício 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35FDAB-8218-4957-A33C-5AACB3A5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960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20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18FFA3-AD8A-4559-BBFE-8493435F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85875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Listar as organizações que têm reservas em todos os hotéis com quartos. O hotel Baia fica excluído porque não tem quartos.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8E5776-3ABF-4893-8063-FBFC3836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76625"/>
            <a:ext cx="10572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1D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2B8BAE-8A9D-44A8-A41B-1191898D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147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Agregação, subconsultas e casos avançados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CDCB78-B681-4F1F-9CDD-8B0DD757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9100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Escreva o comando e antecipe as linhas do resultado antes de o executar.</a:t>
            </a:r>
          </a:p>
        </p:txBody>
      </p:sp>
    </p:spTree>
    <p:extLst>
      <p:ext uri="{BB962C8B-B14F-4D97-AF65-F5344CB8AC3E}">
        <p14:creationId xmlns:p14="http://schemas.microsoft.com/office/powerpoint/2010/main" val="1155862162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261CAE-8419-4F5B-8372-91C0CEDB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30D78-76F1-4FC4-9DFD-E41ABAB3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E322E6-C916-4AEC-91B1-BCD2B3DC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HOTEL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2489CA-0D4F-4F9E-BECA-324F33F0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Exercício 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AB1F46-F433-4682-9504-2C11BD15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960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21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823737-ABA9-459C-B47D-2D716579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85875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Listar o hotel com maior volume de faturação e indicar o respetivo valor.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EA0D9B-12A9-45A4-9856-64124395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76625"/>
            <a:ext cx="10572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1D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CCC300-D1E8-4229-A631-94C7E093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147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Agregação, subconsultas e casos avançados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90828E-DD7D-41B0-80F9-39574BCD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9100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Escreva o comando e antecipe as linhas do resultado antes de o executar.</a:t>
            </a:r>
          </a:p>
        </p:txBody>
      </p:sp>
    </p:spTree>
    <p:extLst>
      <p:ext uri="{BB962C8B-B14F-4D97-AF65-F5344CB8AC3E}">
        <p14:creationId xmlns:p14="http://schemas.microsoft.com/office/powerpoint/2010/main" val="20109838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2026-09-09T22:23:32.8130000Z</dcterms:created>
  <dcterms:modified xsi:type="dcterms:W3CDTF">2026-09-09T22:23:32.8130000Z</dcterms:modified>
</coreProperties>
</file>