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9679808d904dec" /><Relationship Type="http://schemas.openxmlformats.org/officeDocument/2006/relationships/extended-properties" Target="/docProps/app.xml" Id="R96eb8bf2247b4da3" /><Relationship Type="http://schemas.openxmlformats.org/officeDocument/2006/relationships/officeDocument" Target="/ppt/presentation.xml" Id="Rfcf1273fdf1642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b4b312d60d433b"/>
  </p:sldMasterIdLst>
  <p:notesMasterIdLst>
    <p:notesMasterId xmlns:r="http://schemas.openxmlformats.org/officeDocument/2006/relationships" r:id="Rc3b078620a204ee5"/>
  </p:notesMasterIdLst>
  <p:sldIdLst>
    <p:sldId xmlns:r="http://schemas.openxmlformats.org/officeDocument/2006/relationships" id="256" r:id="R25da5e9b0b3e4018"/>
    <p:sldId xmlns:r="http://schemas.openxmlformats.org/officeDocument/2006/relationships" id="257" r:id="Re3ad6bb096e64ca8"/>
    <p:sldId xmlns:r="http://schemas.openxmlformats.org/officeDocument/2006/relationships" id="258" r:id="R14a871f5baa249ef"/>
    <p:sldId xmlns:r="http://schemas.openxmlformats.org/officeDocument/2006/relationships" id="259" r:id="R20d81eb25afe45bf"/>
    <p:sldId xmlns:r="http://schemas.openxmlformats.org/officeDocument/2006/relationships" id="260" r:id="R62b7efc1f2404982"/>
    <p:sldId xmlns:r="http://schemas.openxmlformats.org/officeDocument/2006/relationships" id="261" r:id="Ra7e00068b20345da"/>
    <p:sldId xmlns:r="http://schemas.openxmlformats.org/officeDocument/2006/relationships" id="262" r:id="R113ee49d76b84fcd"/>
    <p:sldId xmlns:r="http://schemas.openxmlformats.org/officeDocument/2006/relationships" id="263" r:id="Rf99422fe0ce445ba"/>
    <p:sldId xmlns:r="http://schemas.openxmlformats.org/officeDocument/2006/relationships" id="264" r:id="R9114b54fa54447e0"/>
    <p:sldId xmlns:r="http://schemas.openxmlformats.org/officeDocument/2006/relationships" id="265" r:id="R96b5aaf8f5ac4492"/>
    <p:sldId xmlns:r="http://schemas.openxmlformats.org/officeDocument/2006/relationships" id="266" r:id="R8b28f6b157b848fb"/>
    <p:sldId xmlns:r="http://schemas.openxmlformats.org/officeDocument/2006/relationships" id="267" r:id="Rec0c5ef3929047c7"/>
    <p:sldId xmlns:r="http://schemas.openxmlformats.org/officeDocument/2006/relationships" id="268" r:id="Rd9353d11db784812"/>
    <p:sldId xmlns:r="http://schemas.openxmlformats.org/officeDocument/2006/relationships" id="269" r:id="R3d3f008844f24f74"/>
    <p:sldId xmlns:r="http://schemas.openxmlformats.org/officeDocument/2006/relationships" id="270" r:id="Rd4123a91b9a6449f"/>
    <p:sldId xmlns:r="http://schemas.openxmlformats.org/officeDocument/2006/relationships" id="271" r:id="R6ede5e9c10f043ac"/>
    <p:sldId xmlns:r="http://schemas.openxmlformats.org/officeDocument/2006/relationships" id="272" r:id="R4b97d1f357884ce9"/>
    <p:sldId xmlns:r="http://schemas.openxmlformats.org/officeDocument/2006/relationships" id="273" r:id="Rcc0d18c7b9af41aa"/>
    <p:sldId xmlns:r="http://schemas.openxmlformats.org/officeDocument/2006/relationships" id="274" r:id="R5671723481ea4970"/>
    <p:sldId xmlns:r="http://schemas.openxmlformats.org/officeDocument/2006/relationships" id="275" r:id="R8e544d75b79d4945"/>
    <p:sldId xmlns:r="http://schemas.openxmlformats.org/officeDocument/2006/relationships" id="276" r:id="R6dc5d420ed13428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4f6d0a729974a50" /><Relationship Type="http://schemas.openxmlformats.org/officeDocument/2006/relationships/slideMaster" Target="/ppt/slideMasters/slideMaster1.xml" Id="Re0b4b312d60d433b" /><Relationship Type="http://schemas.openxmlformats.org/officeDocument/2006/relationships/notesMaster" Target="/ppt/notesMasters/notesMaster1.xml" Id="Rc3b078620a204ee5" /><Relationship Type="http://schemas.openxmlformats.org/officeDocument/2006/relationships/presProps" Target="/ppt/presProps.xml" Id="Re1653bbc7124486b" /><Relationship Type="http://schemas.openxmlformats.org/officeDocument/2006/relationships/tableStyles" Target="/ppt/tableStyles.xml" Id="R14ddc12360e44666" /><Relationship Type="http://schemas.openxmlformats.org/officeDocument/2006/relationships/slide" Target="/ppt/slides/slide1.xml" Id="R25da5e9b0b3e4018" /><Relationship Type="http://schemas.openxmlformats.org/officeDocument/2006/relationships/slide" Target="/ppt/slides/slide2.xml" Id="Re3ad6bb096e64ca8" /><Relationship Type="http://schemas.openxmlformats.org/officeDocument/2006/relationships/slide" Target="/ppt/slides/slide3.xml" Id="R14a871f5baa249ef" /><Relationship Type="http://schemas.openxmlformats.org/officeDocument/2006/relationships/slide" Target="/ppt/slides/slide4.xml" Id="R20d81eb25afe45bf" /><Relationship Type="http://schemas.openxmlformats.org/officeDocument/2006/relationships/slide" Target="/ppt/slides/slide5.xml" Id="R62b7efc1f2404982" /><Relationship Type="http://schemas.openxmlformats.org/officeDocument/2006/relationships/slide" Target="/ppt/slides/slide6.xml" Id="Ra7e00068b20345da" /><Relationship Type="http://schemas.openxmlformats.org/officeDocument/2006/relationships/slide" Target="/ppt/slides/slide7.xml" Id="R113ee49d76b84fcd" /><Relationship Type="http://schemas.openxmlformats.org/officeDocument/2006/relationships/slide" Target="/ppt/slides/slide8.xml" Id="Rf99422fe0ce445ba" /><Relationship Type="http://schemas.openxmlformats.org/officeDocument/2006/relationships/slide" Target="/ppt/slides/slide9.xml" Id="R9114b54fa54447e0" /><Relationship Type="http://schemas.openxmlformats.org/officeDocument/2006/relationships/slide" Target="/ppt/slides/slide10.xml" Id="R96b5aaf8f5ac4492" /><Relationship Type="http://schemas.openxmlformats.org/officeDocument/2006/relationships/slide" Target="/ppt/slides/slide11.xml" Id="R8b28f6b157b848fb" /><Relationship Type="http://schemas.openxmlformats.org/officeDocument/2006/relationships/slide" Target="/ppt/slides/slide12.xml" Id="Rec0c5ef3929047c7" /><Relationship Type="http://schemas.openxmlformats.org/officeDocument/2006/relationships/slide" Target="/ppt/slides/slide13.xml" Id="Rd9353d11db784812" /><Relationship Type="http://schemas.openxmlformats.org/officeDocument/2006/relationships/slide" Target="/ppt/slides/slide14.xml" Id="R3d3f008844f24f74" /><Relationship Type="http://schemas.openxmlformats.org/officeDocument/2006/relationships/slide" Target="/ppt/slides/slide15.xml" Id="Rd4123a91b9a6449f" /><Relationship Type="http://schemas.openxmlformats.org/officeDocument/2006/relationships/slide" Target="/ppt/slides/slide16.xml" Id="R6ede5e9c10f043ac" /><Relationship Type="http://schemas.openxmlformats.org/officeDocument/2006/relationships/slide" Target="/ppt/slides/slide17.xml" Id="R4b97d1f357884ce9" /><Relationship Type="http://schemas.openxmlformats.org/officeDocument/2006/relationships/slide" Target="/ppt/slides/slide18.xml" Id="Rcc0d18c7b9af41aa" /><Relationship Type="http://schemas.openxmlformats.org/officeDocument/2006/relationships/slide" Target="/ppt/slides/slide19.xml" Id="R5671723481ea4970" /><Relationship Type="http://schemas.openxmlformats.org/officeDocument/2006/relationships/slide" Target="/ppt/slides/slide20.xml" Id="R8e544d75b79d4945" /><Relationship Type="http://schemas.openxmlformats.org/officeDocument/2006/relationships/slide" Target="/ppt/slides/slide21.xml" Id="R6dc5d420ed1342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66489a1e9a441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cc04375eb84c64" /><Relationship Type="http://schemas.openxmlformats.org/officeDocument/2006/relationships/notesMaster" Target="/ppt/notesMasters/notesMaster1.xml" Id="Rcfb32fec523c43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2a0fdd5a034a70" /><Relationship Type="http://schemas.openxmlformats.org/officeDocument/2006/relationships/notesMaster" Target="/ppt/notesMasters/notesMaster1.xml" Id="R3225653c0d844d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5019717211434a" /><Relationship Type="http://schemas.openxmlformats.org/officeDocument/2006/relationships/notesMaster" Target="/ppt/notesMasters/notesMaster1.xml" Id="R2afab35c9838416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10e8f9bac64b73" /><Relationship Type="http://schemas.openxmlformats.org/officeDocument/2006/relationships/notesMaster" Target="/ppt/notesMasters/notesMaster1.xml" Id="R5db3d079f79f42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ed21d99101498e" /><Relationship Type="http://schemas.openxmlformats.org/officeDocument/2006/relationships/notesMaster" Target="/ppt/notesMasters/notesMaster1.xml" Id="R0343ee5b45894e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25eedf7eb0d4cc8" /><Relationship Type="http://schemas.openxmlformats.org/officeDocument/2006/relationships/notesMaster" Target="/ppt/notesMasters/notesMaster1.xml" Id="R3a047d6364ad44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0744cd88e242e9" /><Relationship Type="http://schemas.openxmlformats.org/officeDocument/2006/relationships/notesMaster" Target="/ppt/notesMasters/notesMaster1.xml" Id="R0f8374670c2f42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d3669c910b4199" /><Relationship Type="http://schemas.openxmlformats.org/officeDocument/2006/relationships/notesMaster" Target="/ppt/notesMasters/notesMaster1.xml" Id="Rdc560e78afa4476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fc2609dcd54452" /><Relationship Type="http://schemas.openxmlformats.org/officeDocument/2006/relationships/notesMaster" Target="/ppt/notesMasters/notesMaster1.xml" Id="Rd83c6e81a7db4b0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06ce14ad2b47b4" /><Relationship Type="http://schemas.openxmlformats.org/officeDocument/2006/relationships/notesMaster" Target="/ppt/notesMasters/notesMaster1.xml" Id="Ra44fa69e84bf4b9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ed3f8609b1c4126" /><Relationship Type="http://schemas.openxmlformats.org/officeDocument/2006/relationships/notesMaster" Target="/ppt/notesMasters/notesMaster1.xml" Id="Ra57098d012644d8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e28b1c18a91485e" /><Relationship Type="http://schemas.openxmlformats.org/officeDocument/2006/relationships/notesMaster" Target="/ppt/notesMasters/notesMaster1.xml" Id="Rea93918cbbc74d2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3e4818526cd4421" /><Relationship Type="http://schemas.openxmlformats.org/officeDocument/2006/relationships/notesMaster" Target="/ppt/notesMasters/notesMaster1.xml" Id="Rf7eef3a6f8d24b2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929779cd1644ad5" /><Relationship Type="http://schemas.openxmlformats.org/officeDocument/2006/relationships/notesMaster" Target="/ppt/notesMasters/notesMaster1.xml" Id="R70233259970c44e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75fa0e4aa244ab3" /><Relationship Type="http://schemas.openxmlformats.org/officeDocument/2006/relationships/notesMaster" Target="/ppt/notesMasters/notesMaster1.xml" Id="Raadeb6d119784ea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45ed2afdadb472b" /><Relationship Type="http://schemas.openxmlformats.org/officeDocument/2006/relationships/notesMaster" Target="/ppt/notesMasters/notesMaster1.xml" Id="R66b31658cf9f44d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490f19e3a854b1e" /><Relationship Type="http://schemas.openxmlformats.org/officeDocument/2006/relationships/notesMaster" Target="/ppt/notesMasters/notesMaster1.xml" Id="R202cfb6c34b44cf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07c6c24137f4f77" /><Relationship Type="http://schemas.openxmlformats.org/officeDocument/2006/relationships/notesMaster" Target="/ppt/notesMasters/notesMaster1.xml" Id="Ree3f2e5d9138482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578cc049c5a4cfb" /><Relationship Type="http://schemas.openxmlformats.org/officeDocument/2006/relationships/notesMaster" Target="/ppt/notesMasters/notesMaster1.xml" Id="R1d64c1121982461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888487226f94b16" /><Relationship Type="http://schemas.openxmlformats.org/officeDocument/2006/relationships/notesMaster" Target="/ppt/notesMasters/notesMaster1.xml" Id="R535d7afe2b87452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f956841b8ec40e4" /><Relationship Type="http://schemas.openxmlformats.org/officeDocument/2006/relationships/notesMaster" Target="/ppt/notesMasters/notesMaster1.xml" Id="Rec8fd873870d43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3317a67b1d4e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5f38cae25d4f41" /><Relationship Type="http://schemas.openxmlformats.org/officeDocument/2006/relationships/slideLayout" Target="/ppt/slideLayouts/slideLayout1.xml" Id="Rcef3f87e4daa4c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f3f87e4daa4c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19558e634c4d47" /><Relationship Type="http://schemas.openxmlformats.org/officeDocument/2006/relationships/notesSlide" Target="/ppt/notesSlides/notesSlide1.xml" Id="R608c92fe52c944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c17a63c24a43e1" /><Relationship Type="http://schemas.openxmlformats.org/officeDocument/2006/relationships/image" Target="/ppt/media/image.png" Id="Ra84b89c1bc844338" /><Relationship Type="http://schemas.openxmlformats.org/officeDocument/2006/relationships/notesSlide" Target="/ppt/notesSlides/notesSlide2.xml" Id="R3c1994a5bb5440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6de8b1a48c4cb6" /><Relationship Type="http://schemas.openxmlformats.org/officeDocument/2006/relationships/notesSlide" Target="/ppt/notesSlides/notesSlide3.xml" Id="R46b7946c266b430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a38fb79c1342f8" /><Relationship Type="http://schemas.openxmlformats.org/officeDocument/2006/relationships/notesSlide" Target="/ppt/notesSlides/notesSlide4.xml" Id="R6221d94499f446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5854bb29e14068" /><Relationship Type="http://schemas.openxmlformats.org/officeDocument/2006/relationships/notesSlide" Target="/ppt/notesSlides/notesSlide5.xml" Id="R14deb160ac70441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7299e25d8c4c9c" /><Relationship Type="http://schemas.openxmlformats.org/officeDocument/2006/relationships/notesSlide" Target="/ppt/notesSlides/notesSlide6.xml" Id="Rfda17cb06daf45f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c646c9e89743d4" /><Relationship Type="http://schemas.openxmlformats.org/officeDocument/2006/relationships/notesSlide" Target="/ppt/notesSlides/notesSlide7.xml" Id="R8123f056ad774d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10766ab8948c8" /><Relationship Type="http://schemas.openxmlformats.org/officeDocument/2006/relationships/notesSlide" Target="/ppt/notesSlides/notesSlide8.xml" Id="Re8cb267e419741c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aa33374fb54d09" /><Relationship Type="http://schemas.openxmlformats.org/officeDocument/2006/relationships/notesSlide" Target="/ppt/notesSlides/notesSlide9.xml" Id="R37ca621a99c545e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f995226774b23" /><Relationship Type="http://schemas.openxmlformats.org/officeDocument/2006/relationships/notesSlide" Target="/ppt/notesSlides/notesSlide10.xml" Id="R7886bdb0c8524da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91814cfbab4903" /><Relationship Type="http://schemas.openxmlformats.org/officeDocument/2006/relationships/notesSlide" Target="/ppt/notesSlides/notesSlide11.xml" Id="Re980bafb04fc462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fb28cc184d4243" /><Relationship Type="http://schemas.openxmlformats.org/officeDocument/2006/relationships/notesSlide" Target="/ppt/notesSlides/notesSlide12.xml" Id="Rb16ec89a1c2d469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634beadcbc45d2" /><Relationship Type="http://schemas.openxmlformats.org/officeDocument/2006/relationships/notesSlide" Target="/ppt/notesSlides/notesSlide13.xml" Id="Re58d81066c624ac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2c4405623e4a5e" /><Relationship Type="http://schemas.openxmlformats.org/officeDocument/2006/relationships/notesSlide" Target="/ppt/notesSlides/notesSlide14.xml" Id="Rc0ab0d25984f4c5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04205724b342c1" /><Relationship Type="http://schemas.openxmlformats.org/officeDocument/2006/relationships/notesSlide" Target="/ppt/notesSlides/notesSlide15.xml" Id="R0571a8bdfde0490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3423a2fb054701" /><Relationship Type="http://schemas.openxmlformats.org/officeDocument/2006/relationships/notesSlide" Target="/ppt/notesSlides/notesSlide16.xml" Id="R5396c0fc287244f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9b2c288184b8c" /><Relationship Type="http://schemas.openxmlformats.org/officeDocument/2006/relationships/notesSlide" Target="/ppt/notesSlides/notesSlide17.xml" Id="R01ffb10e615842e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3b4304108646b4" /><Relationship Type="http://schemas.openxmlformats.org/officeDocument/2006/relationships/notesSlide" Target="/ppt/notesSlides/notesSlide18.xml" Id="Rded63796f1c14f5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203da43d8d4e03" /><Relationship Type="http://schemas.openxmlformats.org/officeDocument/2006/relationships/notesSlide" Target="/ppt/notesSlides/notesSlide19.xml" Id="Rff917580d61044b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33367b2a84fe3" /><Relationship Type="http://schemas.openxmlformats.org/officeDocument/2006/relationships/notesSlide" Target="/ppt/notesSlides/notesSlide20.xml" Id="R8d71e6a7ba524a4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0da945e62643f9" /><Relationship Type="http://schemas.openxmlformats.org/officeDocument/2006/relationships/notesSlide" Target="/ppt/notesSlides/notesSlide21.xml" Id="R1cd639bf5e5043f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D78992-DD36-480F-92BC-61BDA7B5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89B12D-B05A-424A-A3C9-7CD7204C5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B7F1DD-0C53-4ABB-B8B4-801B76FE3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4875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CASO PRÁTICO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B95A85-74D6-4801-8509-ACA0DCFF8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72390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Exercícios SELECT</a:t>
            </a:r>
          </a:p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Hotel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B6F8B5-B6FE-45D7-94D5-712F8C0B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D6E7EE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D6E7EE"/>
                </a:solidFill>
                <a:latin typeface="Aptos"/>
                <a:ea typeface="Aptos"/>
                <a:cs typeface="Aptos"/>
              </a:rPr>
              <a:t>19 exercícios sem respostas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96E680-046D-4BFB-8F33-D178901B4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531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Pedro Ramos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414C19-E45C-43D9-9D90-ED89BFA7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76375"/>
            <a:ext cx="2333625" cy="2952750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173A5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4D6FBA-F02C-43DA-AA3F-9D19D3A4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1762125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HOTEL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QUARTO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RESERVA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CLIENTE</a:t>
            </a:r>
          </a:p>
        </p:txBody>
      </p:sp>
    </p:spTree>
    <p:extLst>
      <p:ext uri="{BB962C8B-B14F-4D97-AF65-F5344CB8AC3E}">
        <p14:creationId xmlns:p14="http://schemas.microsoft.com/office/powerpoint/2010/main" val="52701760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0A791-5167-4ADA-9615-0733AF11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9822C4-BFCE-4AD1-8059-2076B5B5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B45E64-1DCE-4314-AEDA-0487B2D67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ED370-D876-4E12-B034-68516BE3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Diagrama relacional da base de dados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60ECE-10B5-4619-A641-2BEB9B4F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02 · Pedro Ramos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4b89c1bc844338"/>
          <a:stretch xmlns:a="http://schemas.openxmlformats.org/drawingml/2006/main"/>
        </p:blipFill>
        <p:spPr>
          <a:xfrm xmlns:a="http://schemas.openxmlformats.org/drawingml/2006/main">
            <a:off x="1952625" y="904875"/>
            <a:ext cx="8286750" cy="5429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52A0AF-EA67-411C-B4A8-46446548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080"/>
                </a:solidFill>
                <a:latin typeface="Aptos"/>
                <a:ea typeface="Aptos"/>
                <a:cs typeface="Aptos"/>
              </a:rPr>
              <a:t>O mesmo diagrama apresentado no início do enunciado.</a:t>
            </a:r>
          </a:p>
        </p:txBody>
      </p:sp>
    </p:spTree>
    <p:extLst>
      <p:ext uri="{BB962C8B-B14F-4D97-AF65-F5344CB8AC3E}">
        <p14:creationId xmlns:p14="http://schemas.microsoft.com/office/powerpoint/2010/main" val="18889935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D14B84-C01B-4317-A052-F8A7C2D22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11CD82-24EA-4B66-89C5-6081295C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0854C8-330C-4C16-8406-778215C9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CD2EC3-A42C-4087-9164-A5902831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F75631-EFEC-49ED-8920-BE99F324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03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0BB561-9D8F-435F-A0BE-FB2D8C6F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Listar o nome de todos os clientes por ordem alfabética decrescente.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20453E-E879-4164-BFF7-66786733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59BFE0-28CD-4893-AEB6-E754E40F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DEC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2B719D-9D3D-44C0-8D60-6142929B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72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nome_cliente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TAP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Sofia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Pedro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ONU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NASA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Luisa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Luis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ISCTE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Continente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Carlos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CE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Antonio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Ana</a:t>
            </a:r>
          </a:p>
        </p:txBody>
      </p:sp>
    </p:spTree>
    <p:extLst>
      <p:ext uri="{BB962C8B-B14F-4D97-AF65-F5344CB8AC3E}">
        <p14:creationId xmlns:p14="http://schemas.microsoft.com/office/powerpoint/2010/main" val="15843485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EE4A41-AC9B-469E-AB95-A48BC7F1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4C4DCD-1571-42D8-9AE4-6A6FB0BF2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4EACC8-7A2B-464E-8A56-CCBE8A15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E5A726-9692-41D8-8270-07C8B0C53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409742-8B2B-4AFA-8835-F0BA912C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04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8B3CA-0AC8-45AF-BBF2-12C4CC7CE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Listar o número dos quartos do hotel cuja sigla é RM.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CD0859-9C72-49B7-A96D-08407271D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023D1-2358-471B-9C4B-C6EC5F51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DEC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14658-6990-4F84-8EF0-9BFD2A14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numero_quarto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1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2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3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4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5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6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7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8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9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041845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874EBD-BEDF-4D51-AAD8-0F80C6C6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6E2AA0-1E77-4D62-9640-94F375CDB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050CA7-0A69-41D4-8E14-DA06BB12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6A7E41-D34D-468E-A695-1182D4369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8E9DBF-4918-4A60-81AC-8793FEF5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05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EF6974-7E8E-4645-8384-8D642A7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Quantos hotéis existem na base de dados?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59A49-5887-4B3A-B77F-3881ADDFA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D765C5-2B1F-4D47-9B26-5A0045B8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DEC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BA2865-3830-4FF9-9324-E81949AA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total_hoteis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37272152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87AF89-83CE-4971-A5FB-09E2F7BA8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108C4A-0F96-485C-B792-D41129A9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2CA1A8-7AF8-4B87-8703-D4DB6480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44CFFB-25FA-40C1-8F4A-F3616F8BC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A8258-8B99-4238-B917-83D92BC4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06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29EEFC-C347-4A93-9391-923AF8F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Quantos quartos tem o hotel Majestic (MJ) e quantas camas têm, usando apenas um comando?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695AEB-19D3-4E43-9605-08521BA4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19193D-B26D-4E53-B066-1C3A1C3A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DEC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A8FD80-BB6C-4569-818B-1A34F354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total_quartos | total_camas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4              | 10</a:t>
            </a:r>
          </a:p>
        </p:txBody>
      </p:sp>
    </p:spTree>
    <p:extLst>
      <p:ext uri="{BB962C8B-B14F-4D97-AF65-F5344CB8AC3E}">
        <p14:creationId xmlns:p14="http://schemas.microsoft.com/office/powerpoint/2010/main" val="204438815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B40286-6B8F-458B-BFD8-9CCA7CE1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1C413C-EA9F-4D1A-844A-9B1D4EF1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93D401-A4C9-4F9D-99B4-A47C53F9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1B5B28-9C7A-4AAF-831A-0ADFA21A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0F8C6A-7521-4485-BEA8-C66DA4C5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07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0341D4-CC1A-49F4-819F-943C0193F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Listar o nome de todos os clientes individuais.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C2C394-C1C2-4DA1-8CD3-6E708386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E4C6AC-24EB-4FEA-8416-952C34BEE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FF4F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C36AFC-62A4-4020-826D-9F9EFF607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nome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Ana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Pedro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Luis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Carlos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Sofia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Luisa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Antonio</a:t>
            </a:r>
          </a:p>
        </p:txBody>
      </p:sp>
    </p:spTree>
    <p:extLst>
      <p:ext uri="{BB962C8B-B14F-4D97-AF65-F5344CB8AC3E}">
        <p14:creationId xmlns:p14="http://schemas.microsoft.com/office/powerpoint/2010/main" val="68174387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71D957-6444-44EE-A5A7-8001CF50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C6581-9FEA-497E-ABB5-FB439020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20101E-8C8B-4CAE-90FA-06D6083B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CBF7E6-B8E0-47DF-9ED4-07A43EE0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40E324-5560-44FA-A2CA-2CC82545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08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CD96D7-70AF-4826-B6B8-CD6BDBD9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Listar o nome das organizações que trabalham no ramo Alimentar.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76541D-A049-4F25-A6FB-CA34AB3D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57E067-69FF-427A-8777-6DC6D6AA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FF4F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63EF13-3FC3-4F1D-BC04-95FFC3C9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nome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Continente</a:t>
            </a:r>
          </a:p>
        </p:txBody>
      </p:sp>
    </p:spTree>
    <p:extLst>
      <p:ext uri="{BB962C8B-B14F-4D97-AF65-F5344CB8AC3E}">
        <p14:creationId xmlns:p14="http://schemas.microsoft.com/office/powerpoint/2010/main" val="21153349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0FEA9B-897B-4201-B890-20C9A1E7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10ACBE-68DB-4BB6-A82B-1AFA84D7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CA5D8E-AF2C-468D-A8E2-AFC4D7D9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80D727-E1B6-48F1-834E-6D4ED94F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04DFA4-961C-46EF-8955-C6808A4F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09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80149-D766-422E-97FD-9A219191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Quais são os clientes individuais que não têm BI?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AAFDE3-F2B2-4906-A212-42A17931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8F7E0B-293B-42FC-8A99-78DEE0BB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FF4F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69D254-F870-4A29-A233-6E10B2CB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nome_cliente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Luisa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Antonio</a:t>
            </a:r>
          </a:p>
        </p:txBody>
      </p:sp>
    </p:spTree>
    <p:extLst>
      <p:ext uri="{BB962C8B-B14F-4D97-AF65-F5344CB8AC3E}">
        <p14:creationId xmlns:p14="http://schemas.microsoft.com/office/powerpoint/2010/main" val="16316604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C98FFC-CDA0-4449-BAC7-AE0E42D2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8FB430-CAAC-4FA8-9241-9D5CBAEA7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1C3474-42F7-4138-BE77-5CD36B9F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012B69-E740-496C-B582-57F60828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D2FF93-A5D3-4586-B8B5-8A4CE0C6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10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38982F-777D-4559-807A-92A44C53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Quais são os hotéis com reservas em que pelo menos um quarto está afeto a mais de duas pessoas?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46ADEE-7B00-4C6B-ABDD-2D952EBD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5CAAAF-1E49-495A-91D2-28661BCD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FF4F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B1EDAC-7CAC-4166-8C96-D77A458F1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designacao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Lisboa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Roma</a:t>
            </a:r>
          </a:p>
        </p:txBody>
      </p:sp>
    </p:spTree>
    <p:extLst>
      <p:ext uri="{BB962C8B-B14F-4D97-AF65-F5344CB8AC3E}">
        <p14:creationId xmlns:p14="http://schemas.microsoft.com/office/powerpoint/2010/main" val="148214981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B32FE-92EF-450C-87D4-BE42F92F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E75E6A-2844-4C49-8F43-25F3C44E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D89395-481A-414C-BF24-0B52BAF6F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3A82C0-1162-4054-A7F9-C80D1A8C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F61AC7-81B6-4A1A-A556-891990DF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11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655D9C-B7F3-4AB5-A397-29BDF58C0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Quais são os hotéis com reservas que se sobrepõem a agosto ou setembro de 2012? Basta existir pelo menos um dia da reserva nesse intervalo.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009010-4126-4C38-9B57-84B2E9EA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9501D7-906D-43B9-A38A-0A2B2930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FF4F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9A5419-77BD-45F0-A0AB-1ADD8624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designacao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Lisboa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Majestic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Mundial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Roma</a:t>
            </a:r>
          </a:p>
        </p:txBody>
      </p:sp>
    </p:spTree>
    <p:extLst>
      <p:ext uri="{BB962C8B-B14F-4D97-AF65-F5344CB8AC3E}">
        <p14:creationId xmlns:p14="http://schemas.microsoft.com/office/powerpoint/2010/main" val="72881790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2AEE70-6FA1-45E7-A224-4EC7558D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72EBAC-6A30-4B4B-A6CF-AAE3C58A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619BE4-4E03-4814-A519-C697EAD3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D54ED0-37A0-4B28-9A23-60968903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E05C73-8462-4BE2-A550-026EFE59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12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40B9AF-EA53-4D3C-8FF8-300CECD9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Quais são os números das reservas efetuadas pela ONU e pela Ana?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034660-5446-47F5-BBB8-DD0DB855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CBDB79-2036-426F-B6CF-7A1F19F69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FF4F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5A72B-D644-4CCC-869A-6BC38FDE4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numero_reserva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1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2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3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6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10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11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12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13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9875387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500EBF-692D-4233-94C1-617362E5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0232A-8965-42F5-92F4-1122E3C9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C68D7A-6FBF-4153-83CF-7E08F758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767D82-0D65-4B8E-8AC6-8BA52975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7DA13C-11B7-46A1-A359-7DDA6843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13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7EC9E0-80DF-4732-BCBD-61915754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Liste os hotéis onde o cliente ISCTE já efetuou reservas.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181B16-4E8E-44C3-B989-149F865A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8A7311-0716-4B53-9110-F3450E004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FF4F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378567-CAD6-4AA0-ACCB-0D1C8544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designacao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Alfa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Mundial</a:t>
            </a:r>
          </a:p>
        </p:txBody>
      </p:sp>
    </p:spTree>
    <p:extLst>
      <p:ext uri="{BB962C8B-B14F-4D97-AF65-F5344CB8AC3E}">
        <p14:creationId xmlns:p14="http://schemas.microsoft.com/office/powerpoint/2010/main" val="1196541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69D06D-65E0-46B1-AB65-98F6A6E7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FA65DB-A32F-4413-9157-17D2F55E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A189DD-E4DA-49E4-BFEC-249923EE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BFDA48-F3EA-4169-A96B-9138EB25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F422A-6A7D-4920-87D2-49B0CA74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14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AB2F22-D2D2-4AA2-A5DF-4832582F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Para cada hotel, indicar a quantidade de faturas, incluindo hotéis sem faturas.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5754DC-CA23-4819-BCD3-9A570355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09680B-7F54-4198-9EDE-62FC90B9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D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DFB4C1-AD21-4F58-B92F-A07638E1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designacao | total_facturas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Alfa       | 3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Baia       | 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Lisboa     | 4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Majestic   | 2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Mundial    | 1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Roma       | 5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Sheraton   | 1</a:t>
            </a:r>
          </a:p>
        </p:txBody>
      </p:sp>
    </p:spTree>
    <p:extLst>
      <p:ext uri="{BB962C8B-B14F-4D97-AF65-F5344CB8AC3E}">
        <p14:creationId xmlns:p14="http://schemas.microsoft.com/office/powerpoint/2010/main" val="57250891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77256D-6A43-4CC1-8D88-107E5014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908FB2-BE7A-42B4-881A-3A9C6640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69EA95-DD0A-4164-89F2-FA496655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2B00A1-C416-4A54-9346-B0954F05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4C7526-6038-4CE8-A161-48022D13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15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DC8555-99FD-4768-98BD-1DE4A8FF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Para cada hotel, indicar o total de quartos, incluindo hotéis sem quartos.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3ED1E5-AA15-4983-AD8A-B8AD5FBB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0C2451-E28F-452C-A480-5D471CA8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D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AFC696-131C-48A3-942C-360BC28D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designacao | total_quartos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Alfa       | 8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Baia       | 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Lisboa     | 6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Majestic   | 4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Mundial    | 12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Roma       | 10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Sheraton   | 10</a:t>
            </a:r>
          </a:p>
        </p:txBody>
      </p:sp>
    </p:spTree>
    <p:extLst>
      <p:ext uri="{BB962C8B-B14F-4D97-AF65-F5344CB8AC3E}">
        <p14:creationId xmlns:p14="http://schemas.microsoft.com/office/powerpoint/2010/main" val="24919996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39352A-E79E-4466-8FE2-7A355B2A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7683BA-DD71-497A-B63E-8DFCBE84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6E80CA-B63F-4786-8939-57F63CCE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7F76A3-44FF-4D9E-84E5-2FCB83B1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5C0E3-CD85-4D57-A048-BFB3A4E9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16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73EDF3-582A-4569-8BE8-A32BA432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Listar os hotéis com o maior número de quartos.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1A90ED-4CD5-4163-B4CC-A34208447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716776-D042-4102-9003-FCE1E100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D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C6076F-86B7-4F0B-A15C-D6E8ECE1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designacao | total_quartos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Mundial    | 12</a:t>
            </a:r>
          </a:p>
        </p:txBody>
      </p:sp>
    </p:spTree>
    <p:extLst>
      <p:ext uri="{BB962C8B-B14F-4D97-AF65-F5344CB8AC3E}">
        <p14:creationId xmlns:p14="http://schemas.microsoft.com/office/powerpoint/2010/main" val="71381778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1014D7-E122-42AC-966B-AE5FC749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4CA07-F2A4-4FAC-80AE-AB9F8916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60DF16-CD20-473E-9B55-36EB56A4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A8D841-4A1C-4A46-BC15-223AAE09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157E24-5758-41BC-A3D7-1C2BAB22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17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988BB6-E20F-41DD-B83E-50804286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Para cada organização, indicar o total de reservas, incluindo organizações sem reservas.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898922-11D8-4BE1-83BF-006F15A9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7E4832-83F7-456C-B040-00D4BCD7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D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A3EF8-2B3E-4B42-B372-FACCBA31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nome_cliente | total_reservas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ISCTE        | 3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ONU          | 8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NASA         | 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CE           | 2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TAP          | 2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Continente   | 0</a:t>
            </a:r>
          </a:p>
        </p:txBody>
      </p:sp>
    </p:spTree>
    <p:extLst>
      <p:ext uri="{BB962C8B-B14F-4D97-AF65-F5344CB8AC3E}">
        <p14:creationId xmlns:p14="http://schemas.microsoft.com/office/powerpoint/2010/main" val="75540068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5C6A2-26DF-4D23-9DA1-05ECB4D2C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9DCA7A-4FA8-4F2C-AE6E-AA865834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DD8997-F70C-4078-8742-C90CEEE9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914719-81EF-4782-BD81-ECA9E368F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275F99-082F-4142-867B-9DE6A828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18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F77A9D-1F18-49DB-ACEC-8D1B15E45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Para cada organização e cada hotel, indicar o total de reservas, incluindo combinações sem reservas.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D9E47-270D-4F1D-86F2-9CCB10C1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CC7953-26F7-4E80-90EE-E7719623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D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34A9BC-EDEA-449B-AEBA-35ED3A2DC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organização | AL BH LS MJ MN RM SH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ISCTE       | 2  0  0  0  1  0  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ONU         | 2  0  1  1  1  2  1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NASA        | 0  0  0  0  0  0  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CE          | 0  0  0  0  0  2  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TAP         | 0  0  0  2  0  0  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Continente  | 0  0  0  0  0  0  0</a:t>
            </a:r>
          </a:p>
        </p:txBody>
      </p:sp>
    </p:spTree>
    <p:extLst>
      <p:ext uri="{BB962C8B-B14F-4D97-AF65-F5344CB8AC3E}">
        <p14:creationId xmlns:p14="http://schemas.microsoft.com/office/powerpoint/2010/main" val="177242876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63E148-1E61-442F-89D2-1C7E85AA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081075-FE10-4FD7-B6EE-31694773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BF3C0B-7561-409E-824E-0750B2C6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EBB27-5BFE-442A-AE59-054A708CE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BCB3CA-CA8C-4500-9097-20EFA18E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19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6899B3-C8C7-4607-AAE4-24F9736B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Listar os hotéis com o maior número de quartos livres, considerando livre um quarto que nunca aparece em Reserva_Quartos.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E579DC-1FE5-4558-8019-38BCB296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A71788-31BC-40D6-815D-672BD2B0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D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574E5F-C0D1-4253-905C-5FD50BA8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designacao | total_livres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Mundial    | 8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Sheraton   | 8</a:t>
            </a:r>
          </a:p>
        </p:txBody>
      </p:sp>
    </p:spTree>
    <p:extLst>
      <p:ext uri="{BB962C8B-B14F-4D97-AF65-F5344CB8AC3E}">
        <p14:creationId xmlns:p14="http://schemas.microsoft.com/office/powerpoint/2010/main" val="19867177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E2A4AC-1168-4D17-AA11-298BF03E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0CAFCA-0734-46BD-8094-5001082E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8F575-BB5F-4879-8967-BFEDB824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E30049-977B-48B0-8786-FED6171A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7EC912-B5AB-4A6E-9CC7-8D62CB59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20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14EB26-F248-43E3-8FAB-AA5063E6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Listar as organizações que têm reservas em todos os hotéis com quartos. O hotel Baia fica excluído porque não tem quartos.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91A0E8-0687-4FE8-8114-6482C008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F16E46-0DE2-43AE-BE52-BF4BA083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D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6F3AB8-D547-4343-856B-86CC5B02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nome_cliente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ONU</a:t>
            </a:r>
          </a:p>
        </p:txBody>
      </p:sp>
    </p:spTree>
    <p:extLst>
      <p:ext uri="{BB962C8B-B14F-4D97-AF65-F5344CB8AC3E}">
        <p14:creationId xmlns:p14="http://schemas.microsoft.com/office/powerpoint/2010/main" val="206503172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3E32C1-488B-418E-8601-49E27FAD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78B81A-07AB-4FE2-A6D5-C1EC0B64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5B49C2-19F5-46C9-84C1-E2E70954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1266C9-AAE8-49A8-BEBA-B051617F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3A0EE6-E718-4ABC-B5CF-EED15088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21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825A8D-281F-4E91-A087-15679AAA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Listar o hotel com maior volume de faturação e indicar o respetivo valor.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263BBE-237A-4A72-A0A7-4057730C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BD6C15-C3D5-4BAD-8FC5-8F5694F73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D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E9F71C-15FD-436E-A8A0-D4ED68E0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designacao | total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Roma       | 2000.00</a:t>
            </a:r>
          </a:p>
        </p:txBody>
      </p:sp>
    </p:spTree>
    <p:extLst>
      <p:ext uri="{BB962C8B-B14F-4D97-AF65-F5344CB8AC3E}">
        <p14:creationId xmlns:p14="http://schemas.microsoft.com/office/powerpoint/2010/main" val="4055618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2026-09-10T08:00:27.8050000Z</dcterms:created>
  <dcterms:modified xsi:type="dcterms:W3CDTF">2026-09-10T08:00:27.8050000Z</dcterms:modified>
</coreProperties>
</file>