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48a16e67504802" /><Relationship Type="http://schemas.openxmlformats.org/officeDocument/2006/relationships/extended-properties" Target="/docProps/app.xml" Id="R0493cc4423ed49e0" /><Relationship Type="http://schemas.openxmlformats.org/officeDocument/2006/relationships/officeDocument" Target="/ppt/presentation.xml" Id="Rf2806edf69b349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6fe5e1bd00409d"/>
  </p:sldMasterIdLst>
  <p:notesMasterIdLst>
    <p:notesMasterId xmlns:r="http://schemas.openxmlformats.org/officeDocument/2006/relationships" r:id="R738aa3731f9441e7"/>
  </p:notesMasterIdLst>
  <p:sldIdLst>
    <p:sldId xmlns:r="http://schemas.openxmlformats.org/officeDocument/2006/relationships" id="256" r:id="R4c4a30e8a780441e"/>
    <p:sldId xmlns:r="http://schemas.openxmlformats.org/officeDocument/2006/relationships" id="257" r:id="R9be6241062b54ddd"/>
    <p:sldId xmlns:r="http://schemas.openxmlformats.org/officeDocument/2006/relationships" id="258" r:id="R9a6c16b32b554a0e"/>
    <p:sldId xmlns:r="http://schemas.openxmlformats.org/officeDocument/2006/relationships" id="259" r:id="Rd7898229b5e94fd3"/>
    <p:sldId xmlns:r="http://schemas.openxmlformats.org/officeDocument/2006/relationships" id="260" r:id="Rc83cf61f20564b0a"/>
    <p:sldId xmlns:r="http://schemas.openxmlformats.org/officeDocument/2006/relationships" id="261" r:id="R1143b0b6e7324095"/>
    <p:sldId xmlns:r="http://schemas.openxmlformats.org/officeDocument/2006/relationships" id="262" r:id="Rccff91d5e88641d0"/>
    <p:sldId xmlns:r="http://schemas.openxmlformats.org/officeDocument/2006/relationships" id="263" r:id="R518956af9d6949ec"/>
    <p:sldId xmlns:r="http://schemas.openxmlformats.org/officeDocument/2006/relationships" id="264" r:id="Rd33daaa564d84050"/>
    <p:sldId xmlns:r="http://schemas.openxmlformats.org/officeDocument/2006/relationships" id="265" r:id="R2d51f89e7f5443b1"/>
    <p:sldId xmlns:r="http://schemas.openxmlformats.org/officeDocument/2006/relationships" id="266" r:id="R975126d759df48a3"/>
    <p:sldId xmlns:r="http://schemas.openxmlformats.org/officeDocument/2006/relationships" id="267" r:id="R32d758c62b1c44a2"/>
    <p:sldId xmlns:r="http://schemas.openxmlformats.org/officeDocument/2006/relationships" id="268" r:id="R6950083df5f3499f"/>
    <p:sldId xmlns:r="http://schemas.openxmlformats.org/officeDocument/2006/relationships" id="269" r:id="Re1d0df44c3264909"/>
    <p:sldId xmlns:r="http://schemas.openxmlformats.org/officeDocument/2006/relationships" id="270" r:id="R2500208d7c594836"/>
    <p:sldId xmlns:r="http://schemas.openxmlformats.org/officeDocument/2006/relationships" id="271" r:id="Rcf14514af54546e1"/>
    <p:sldId xmlns:r="http://schemas.openxmlformats.org/officeDocument/2006/relationships" id="272" r:id="R3102cfe2a28c438d"/>
    <p:sldId xmlns:r="http://schemas.openxmlformats.org/officeDocument/2006/relationships" id="273" r:id="Rf8dc63ab336e40b1"/>
    <p:sldId xmlns:r="http://schemas.openxmlformats.org/officeDocument/2006/relationships" id="274" r:id="Ra740a4e46fe742e7"/>
    <p:sldId xmlns:r="http://schemas.openxmlformats.org/officeDocument/2006/relationships" id="275" r:id="Rbbcea9da54df48c6"/>
    <p:sldId xmlns:r="http://schemas.openxmlformats.org/officeDocument/2006/relationships" id="276" r:id="Rc22a85f2e7004e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539118da724d3b" /><Relationship Type="http://schemas.openxmlformats.org/officeDocument/2006/relationships/slideMaster" Target="/ppt/slideMasters/slideMaster1.xml" Id="R6f6fe5e1bd00409d" /><Relationship Type="http://schemas.openxmlformats.org/officeDocument/2006/relationships/notesMaster" Target="/ppt/notesMasters/notesMaster1.xml" Id="R738aa3731f9441e7" /><Relationship Type="http://schemas.openxmlformats.org/officeDocument/2006/relationships/presProps" Target="/ppt/presProps.xml" Id="Rc4f49acdf8034fdd" /><Relationship Type="http://schemas.openxmlformats.org/officeDocument/2006/relationships/tableStyles" Target="/ppt/tableStyles.xml" Id="R299e4a3d3fc44bdc" /><Relationship Type="http://schemas.openxmlformats.org/officeDocument/2006/relationships/slide" Target="/ppt/slides/slide1.xml" Id="R4c4a30e8a780441e" /><Relationship Type="http://schemas.openxmlformats.org/officeDocument/2006/relationships/slide" Target="/ppt/slides/slide2.xml" Id="R9be6241062b54ddd" /><Relationship Type="http://schemas.openxmlformats.org/officeDocument/2006/relationships/slide" Target="/ppt/slides/slide3.xml" Id="R9a6c16b32b554a0e" /><Relationship Type="http://schemas.openxmlformats.org/officeDocument/2006/relationships/slide" Target="/ppt/slides/slide4.xml" Id="Rd7898229b5e94fd3" /><Relationship Type="http://schemas.openxmlformats.org/officeDocument/2006/relationships/slide" Target="/ppt/slides/slide5.xml" Id="Rc83cf61f20564b0a" /><Relationship Type="http://schemas.openxmlformats.org/officeDocument/2006/relationships/slide" Target="/ppt/slides/slide6.xml" Id="R1143b0b6e7324095" /><Relationship Type="http://schemas.openxmlformats.org/officeDocument/2006/relationships/slide" Target="/ppt/slides/slide7.xml" Id="Rccff91d5e88641d0" /><Relationship Type="http://schemas.openxmlformats.org/officeDocument/2006/relationships/slide" Target="/ppt/slides/slide8.xml" Id="R518956af9d6949ec" /><Relationship Type="http://schemas.openxmlformats.org/officeDocument/2006/relationships/slide" Target="/ppt/slides/slide9.xml" Id="Rd33daaa564d84050" /><Relationship Type="http://schemas.openxmlformats.org/officeDocument/2006/relationships/slide" Target="/ppt/slides/slide10.xml" Id="R2d51f89e7f5443b1" /><Relationship Type="http://schemas.openxmlformats.org/officeDocument/2006/relationships/slide" Target="/ppt/slides/slide11.xml" Id="R975126d759df48a3" /><Relationship Type="http://schemas.openxmlformats.org/officeDocument/2006/relationships/slide" Target="/ppt/slides/slide12.xml" Id="R32d758c62b1c44a2" /><Relationship Type="http://schemas.openxmlformats.org/officeDocument/2006/relationships/slide" Target="/ppt/slides/slide13.xml" Id="R6950083df5f3499f" /><Relationship Type="http://schemas.openxmlformats.org/officeDocument/2006/relationships/slide" Target="/ppt/slides/slide14.xml" Id="Re1d0df44c3264909" /><Relationship Type="http://schemas.openxmlformats.org/officeDocument/2006/relationships/slide" Target="/ppt/slides/slide15.xml" Id="R2500208d7c594836" /><Relationship Type="http://schemas.openxmlformats.org/officeDocument/2006/relationships/slide" Target="/ppt/slides/slide16.xml" Id="Rcf14514af54546e1" /><Relationship Type="http://schemas.openxmlformats.org/officeDocument/2006/relationships/slide" Target="/ppt/slides/slide17.xml" Id="R3102cfe2a28c438d" /><Relationship Type="http://schemas.openxmlformats.org/officeDocument/2006/relationships/slide" Target="/ppt/slides/slide18.xml" Id="Rf8dc63ab336e40b1" /><Relationship Type="http://schemas.openxmlformats.org/officeDocument/2006/relationships/slide" Target="/ppt/slides/slide19.xml" Id="Ra740a4e46fe742e7" /><Relationship Type="http://schemas.openxmlformats.org/officeDocument/2006/relationships/slide" Target="/ppt/slides/slide20.xml" Id="Rbbcea9da54df48c6" /><Relationship Type="http://schemas.openxmlformats.org/officeDocument/2006/relationships/slide" Target="/ppt/slides/slide21.xml" Id="Rc22a85f2e7004e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24e1e90bcb4f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06a84ea85849da" /><Relationship Type="http://schemas.openxmlformats.org/officeDocument/2006/relationships/notesMaster" Target="/ppt/notesMasters/notesMaster1.xml" Id="Rb5b3df53fbd34c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ecefec7b854ed9" /><Relationship Type="http://schemas.openxmlformats.org/officeDocument/2006/relationships/notesMaster" Target="/ppt/notesMasters/notesMaster1.xml" Id="R0fc7cdb5a6a54e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6bd99d34d84bf5" /><Relationship Type="http://schemas.openxmlformats.org/officeDocument/2006/relationships/notesMaster" Target="/ppt/notesMasters/notesMaster1.xml" Id="R0cfa425b595640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e21deb8ebe4f21" /><Relationship Type="http://schemas.openxmlformats.org/officeDocument/2006/relationships/notesMaster" Target="/ppt/notesMasters/notesMaster1.xml" Id="R65438d0802da44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cff36283d24872" /><Relationship Type="http://schemas.openxmlformats.org/officeDocument/2006/relationships/notesMaster" Target="/ppt/notesMasters/notesMaster1.xml" Id="Re0ffec0beb9e41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0db5cb0be746a1" /><Relationship Type="http://schemas.openxmlformats.org/officeDocument/2006/relationships/notesMaster" Target="/ppt/notesMasters/notesMaster1.xml" Id="R55dbe08e68184c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73f0d21c5e4058" /><Relationship Type="http://schemas.openxmlformats.org/officeDocument/2006/relationships/notesMaster" Target="/ppt/notesMasters/notesMaster1.xml" Id="Re6864bdb73b64d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7e67afb7304e2a" /><Relationship Type="http://schemas.openxmlformats.org/officeDocument/2006/relationships/notesMaster" Target="/ppt/notesMasters/notesMaster1.xml" Id="R6a4f51fe4eb442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da530698a54628" /><Relationship Type="http://schemas.openxmlformats.org/officeDocument/2006/relationships/notesMaster" Target="/ppt/notesMasters/notesMaster1.xml" Id="Ra41b8af4d80747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a031b2a3594d8a" /><Relationship Type="http://schemas.openxmlformats.org/officeDocument/2006/relationships/notesMaster" Target="/ppt/notesMasters/notesMaster1.xml" Id="R977b6908c0e244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a0db436e264f22" /><Relationship Type="http://schemas.openxmlformats.org/officeDocument/2006/relationships/notesMaster" Target="/ppt/notesMasters/notesMaster1.xml" Id="R27982f997d9444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f3f6fc0c14868" /><Relationship Type="http://schemas.openxmlformats.org/officeDocument/2006/relationships/notesMaster" Target="/ppt/notesMasters/notesMaster1.xml" Id="Ra06948b537184c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cd5dbe5e644c8f" /><Relationship Type="http://schemas.openxmlformats.org/officeDocument/2006/relationships/notesMaster" Target="/ppt/notesMasters/notesMaster1.xml" Id="Rae21ad2daf9642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739a0d6f764eb7" /><Relationship Type="http://schemas.openxmlformats.org/officeDocument/2006/relationships/notesMaster" Target="/ppt/notesMasters/notesMaster1.xml" Id="R3c783114074644f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d24809ef624310" /><Relationship Type="http://schemas.openxmlformats.org/officeDocument/2006/relationships/notesMaster" Target="/ppt/notesMasters/notesMaster1.xml" Id="R9ec722252fdf425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0783aa256140bd" /><Relationship Type="http://schemas.openxmlformats.org/officeDocument/2006/relationships/notesMaster" Target="/ppt/notesMasters/notesMaster1.xml" Id="Rcfd6f1a4ca064e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c729de358b4a9d" /><Relationship Type="http://schemas.openxmlformats.org/officeDocument/2006/relationships/notesMaster" Target="/ppt/notesMasters/notesMaster1.xml" Id="Rf0d5cc4aac2642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ab878a5e5d84b8b" /><Relationship Type="http://schemas.openxmlformats.org/officeDocument/2006/relationships/notesMaster" Target="/ppt/notesMasters/notesMaster1.xml" Id="R5f68a5d230254e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1ced1b26fb142c6" /><Relationship Type="http://schemas.openxmlformats.org/officeDocument/2006/relationships/notesMaster" Target="/ppt/notesMasters/notesMaster1.xml" Id="R2e8d37fba472443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bbf362bf204e35" /><Relationship Type="http://schemas.openxmlformats.org/officeDocument/2006/relationships/notesMaster" Target="/ppt/notesMasters/notesMaster1.xml" Id="Rb107eeac1f9d436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f3a8035671f4ac1" /><Relationship Type="http://schemas.openxmlformats.org/officeDocument/2006/relationships/notesMaster" Target="/ppt/notesMasters/notesMaster1.xml" Id="Reed8fdb9fae347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70a96ec40244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a203eb904f4d4d" /><Relationship Type="http://schemas.openxmlformats.org/officeDocument/2006/relationships/slideLayout" Target="/ppt/slideLayouts/slideLayout1.xml" Id="Rff1491ba5e4f40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1491ba5e4f40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24abcbf174b7e" /><Relationship Type="http://schemas.openxmlformats.org/officeDocument/2006/relationships/notesSlide" Target="/ppt/notesSlides/notesSlide1.xml" Id="Raa545c42ed2048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e237b56144414" /><Relationship Type="http://schemas.openxmlformats.org/officeDocument/2006/relationships/notesSlide" Target="/ppt/notesSlides/notesSlide2.xml" Id="R42d5d6fe76314b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05b1f350747d6" /><Relationship Type="http://schemas.openxmlformats.org/officeDocument/2006/relationships/notesSlide" Target="/ppt/notesSlides/notesSlide3.xml" Id="R7afc14314af14e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6ad03f2ad4522" /><Relationship Type="http://schemas.openxmlformats.org/officeDocument/2006/relationships/notesSlide" Target="/ppt/notesSlides/notesSlide4.xml" Id="Rbd3158066e894f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45f9c97f44abf" /><Relationship Type="http://schemas.openxmlformats.org/officeDocument/2006/relationships/notesSlide" Target="/ppt/notesSlides/notesSlide5.xml" Id="R5bdcfae4684443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00e566f854f49" /><Relationship Type="http://schemas.openxmlformats.org/officeDocument/2006/relationships/notesSlide" Target="/ppt/notesSlides/notesSlide6.xml" Id="Rc299c5728e8945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8b0449e72408f" /><Relationship Type="http://schemas.openxmlformats.org/officeDocument/2006/relationships/notesSlide" Target="/ppt/notesSlides/notesSlide7.xml" Id="R8444aacbb29144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238af81f04752" /><Relationship Type="http://schemas.openxmlformats.org/officeDocument/2006/relationships/notesSlide" Target="/ppt/notesSlides/notesSlide8.xml" Id="Rd1eea601cb934f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a0adc395c4a05" /><Relationship Type="http://schemas.openxmlformats.org/officeDocument/2006/relationships/notesSlide" Target="/ppt/notesSlides/notesSlide9.xml" Id="R33e28032befa41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d82e523324941" /><Relationship Type="http://schemas.openxmlformats.org/officeDocument/2006/relationships/notesSlide" Target="/ppt/notesSlides/notesSlide10.xml" Id="R6ee44de5faeb46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6cf2b234c4913" /><Relationship Type="http://schemas.openxmlformats.org/officeDocument/2006/relationships/notesSlide" Target="/ppt/notesSlides/notesSlide11.xml" Id="R0200a986805b4f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4dbec24c014eb6" /><Relationship Type="http://schemas.openxmlformats.org/officeDocument/2006/relationships/notesSlide" Target="/ppt/notesSlides/notesSlide12.xml" Id="R77d2d1ed862648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4890137c348e0" /><Relationship Type="http://schemas.openxmlformats.org/officeDocument/2006/relationships/notesSlide" Target="/ppt/notesSlides/notesSlide13.xml" Id="Rb36db951abb841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56eeeab4c487c" /><Relationship Type="http://schemas.openxmlformats.org/officeDocument/2006/relationships/notesSlide" Target="/ppt/notesSlides/notesSlide14.xml" Id="R9b0f6c6de98d4d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c698d9e0aa455c" /><Relationship Type="http://schemas.openxmlformats.org/officeDocument/2006/relationships/notesSlide" Target="/ppt/notesSlides/notesSlide15.xml" Id="Rf45348f6d1ec421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a7dee194e4859" /><Relationship Type="http://schemas.openxmlformats.org/officeDocument/2006/relationships/notesSlide" Target="/ppt/notesSlides/notesSlide16.xml" Id="R448d16ca080f474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ea1120eb54c89" /><Relationship Type="http://schemas.openxmlformats.org/officeDocument/2006/relationships/notesSlide" Target="/ppt/notesSlides/notesSlide17.xml" Id="R32a8214003344e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8fc1c73634932" /><Relationship Type="http://schemas.openxmlformats.org/officeDocument/2006/relationships/notesSlide" Target="/ppt/notesSlides/notesSlide18.xml" Id="R97f75a7bda50459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e8509b82643dc" /><Relationship Type="http://schemas.openxmlformats.org/officeDocument/2006/relationships/notesSlide" Target="/ppt/notesSlides/notesSlide19.xml" Id="R57befd8210804f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d221d854094cb0" /><Relationship Type="http://schemas.openxmlformats.org/officeDocument/2006/relationships/notesSlide" Target="/ppt/notesSlides/notesSlide20.xml" Id="Rd2ff94cb86d6425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986f4f25044ee" /><Relationship Type="http://schemas.openxmlformats.org/officeDocument/2006/relationships/notesSlide" Target="/ppt/notesSlides/notesSlide21.xml" Id="R8aa98fa72fc14be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BF361-EB01-4B85-908B-A967DF11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823E1-04E7-4C5D-89B6-D1631BCA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ECAF0-7295-481F-8FF1-84DA656D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487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CASO PRÁTICO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4BD35A-2275-42D9-A9D3-F74E49A2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7239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Exercícios SELECT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Hotel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F3A3C-96A1-4940-A44F-28DA5F68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6E7EE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D6E7EE"/>
                </a:solidFill>
                <a:latin typeface="Aptos"/>
                <a:ea typeface="Aptos"/>
                <a:cs typeface="Aptos"/>
              </a:rPr>
              <a:t>19 exercícios sem respostas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A5551-06B6-4CD0-9BB6-F987EF93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531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Pedro Ramos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FCBED6-492A-48C5-838C-79E94D5A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76375"/>
            <a:ext cx="2333625" cy="295275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173A5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E4D1E0-2322-49FE-AC19-E2C8FE9D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762125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HOTEL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QUARTO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RESERVA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CLIENTE</a:t>
            </a:r>
          </a:p>
        </p:txBody>
      </p:sp>
    </p:spTree>
    <p:extLst>
      <p:ext uri="{BB962C8B-B14F-4D97-AF65-F5344CB8AC3E}">
        <p14:creationId xmlns:p14="http://schemas.microsoft.com/office/powerpoint/2010/main" val="16478148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358F8D-8F85-45FD-BFA2-36464343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CF941-748F-4A14-997B-79F0145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5E81A-F7FC-4824-AAF9-A9BB77A0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4B7FF0-D061-400E-B77B-BAEE4C04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Diagrama relacional da base de dados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F5024-0530-413E-A422-672643C0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02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27C36-429D-4ADC-BBA7-6921E6A1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90625"/>
            <a:ext cx="2000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63F3B3-95EF-4131-8FDC-279BEC7E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285875"/>
            <a:ext cx="17716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HOTEL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 Sigla_Hotel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519F8-14BD-4286-8557-ECDB911F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095375"/>
            <a:ext cx="2333625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A77F66-8A69-45E9-B6C2-1DFCCB81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190625"/>
            <a:ext cx="21050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QUARTO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Sigla_Hotel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 Numero_Quarto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4A7D6-3D94-4A22-BD2C-50DB21B9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52500"/>
            <a:ext cx="2762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48DB60-5F7C-4268-B08C-146E0615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047750"/>
            <a:ext cx="25336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RESERVA_QUARTOS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Sigla_Hotel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Numero_Quarto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Numero_Reserva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5E645-5F52-409E-8F74-D4A3BF82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90625"/>
            <a:ext cx="2428875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0D84F-75E8-401F-81E1-E9BA0759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1285875"/>
            <a:ext cx="2200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RESERVA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 Numero_Reserva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FK Numero_Cliente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5F3585-6965-45F3-9AFD-AC31E70B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95750"/>
            <a:ext cx="2762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D14E9-6E9A-49AD-BD0A-419DE610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191000"/>
            <a:ext cx="25336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CLIENTE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 Numero_Cliente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A883F4-7C77-486D-88BD-5215CCB3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62500"/>
            <a:ext cx="2381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F8C35-4B9B-4FA5-AC2E-152576AE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857750"/>
            <a:ext cx="21526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INDIVIDUAL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Numero_Cliente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21F916-A112-42AE-87C3-36A60C05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572125"/>
            <a:ext cx="2762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5FB505-DF36-42BB-94E5-3AD22FBA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67375"/>
            <a:ext cx="25336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ORGANIZACAO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PK/FK Numero_Cliente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B8093F-CFF9-4DC8-9DB7-B5BE2923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3875"/>
            <a:ext cx="2428875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A26BC-8F92-4B6F-8679-46E94525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4429125"/>
            <a:ext cx="22002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FACTURA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PK Numero_Factura</a:t>
            </a:r>
          </a:p>
          <a:p xmlns:a="http://schemas.openxmlformats.org/drawingml/2006/main">
            <a:pPr algn="ctr">
              <a:defRPr sz="11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FK Numero_Reserva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0F6DA1-AA90-4071-81DA-56B7ACED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3525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B3297E-D11A-4129-A654-B52D69DC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638300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8313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208364-91D5-47C3-9052-AD3A628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3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 composta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A771D-E2F4-4F9D-9410-E7B50C8F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695450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8313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D2EB42-D077-4820-B9DE-BDD47803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763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EB4F69-BDF4-495A-AAA1-FA10123E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8313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BDE623-1294-4FA1-9B0D-D6596767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BDF700-D0BE-4329-999C-D9E20569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76237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395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2F918-1870-4D0B-AEAD-DAFAF47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62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200982-778F-4F9C-9B1A-EB12E684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0006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395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FB1657-5503-46BF-9226-123008F0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1435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16D1-5801-45BC-A577-C22DBF28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38162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395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↑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FD9A6-D686-4671-98FB-D563EF82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291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FK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A95596-883E-4093-82F6-A6DD502E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714875"/>
            <a:ext cx="333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8313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←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799069-877F-4707-B270-D03F44DD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07080"/>
                </a:solidFill>
                <a:latin typeface="Aptos"/>
                <a:ea typeface="Aptos"/>
                <a:cs typeface="Aptos"/>
              </a:rPr>
              <a:t>Cada seta parte de uma chave estrangeira e aponta para a chave primária referenciada.</a:t>
            </a:r>
          </a:p>
        </p:txBody>
      </p:sp>
    </p:spTree>
    <p:extLst>
      <p:ext uri="{BB962C8B-B14F-4D97-AF65-F5344CB8AC3E}">
        <p14:creationId xmlns:p14="http://schemas.microsoft.com/office/powerpoint/2010/main" val="72702057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786CD-FDAD-44A8-9FD0-87337E7A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3ADD3-0312-48FB-939C-9AD4271D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05E5A-C9F1-4135-8A04-2BD445A6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0F718C-642D-4681-9252-F8FB05E1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2FBBF-61F9-482E-B63F-FE600D03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03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00571-497A-4BCA-9C4F-A3D867BD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de todos os clientes por ordem alfabética decrescente.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1CBA0C-EBBE-42FB-89FB-B5EF600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85D67-5DE6-430B-B05E-7E86A784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AE6A5-9D94-4B98-B7DF-F2897DEB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7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Sofia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Pedro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Carlos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40112786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DA3AFD-3F42-42E1-A407-45953972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6EF75-1D88-4944-8A9F-3C682B16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F57B0-AB8E-46BF-BD47-98B52A9F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C8D84-7F75-467D-AC2F-E300C7D3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93FDA-9096-4FC6-AB97-C294B013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04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C93C8-50D8-4F34-B257-AB82CD9E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número dos quartos do hotel cuja sigla é RM.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7B628-02CB-4429-AD3B-F9EA9F1D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677C4-2231-4A18-8677-8078DD79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9938A-6E7C-4A38-A5E0-4279C96D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numero_quarto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5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7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9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909640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7A0CE-B443-4C52-B005-EDB5B7D6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66430-7C2F-4B3F-AA5D-ED0D396B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05E7A-F485-4B73-A970-D65F5237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E6523-8EF4-44FA-9B77-99A4969D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E8095-58CD-423F-A64A-D42F59E5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05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62AB0-84FB-454E-8D6E-EE2A2883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Quantos hotéis existem na base de dados?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0EA9B-C478-465D-8645-34538251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09D39-92EF-4BCF-89A5-5D65D676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58606-A357-4EFB-A098-0186A9FC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total_hoteis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871468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E27F1-69FF-4528-A101-98EC5C1A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B8297-C274-45AB-9B4D-D3202AE5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F3C681-074D-4A16-B599-236C33C9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37B61E-49E4-4B53-9EDA-06819BA7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CC94F-0A1F-4238-A140-A05B958B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06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56B98-7F0E-401C-B3B6-194C7B39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Quantos quartos tem o hotel Majestic (MJ) e quantas camas têm, usando apenas um comando?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4E9F9-0C31-4252-AC2E-217D141D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A84716-D710-472B-A6D4-6EC20CF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ECF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13337-3E2B-4AAB-A67A-C012FC13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total_quartos | total_camas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4              | 10</a:t>
            </a:r>
          </a:p>
        </p:txBody>
      </p:sp>
    </p:spTree>
    <p:extLst>
      <p:ext uri="{BB962C8B-B14F-4D97-AF65-F5344CB8AC3E}">
        <p14:creationId xmlns:p14="http://schemas.microsoft.com/office/powerpoint/2010/main" val="12140991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A7066-7E91-4EB0-838A-B334EF87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E9FD4-6D62-490E-B2E7-EBF358EE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27CEE-987C-4C4E-B736-74D9ABCE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F7F4C-03FE-461B-A887-FCCBCD48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2E2A2-1CB5-4AAF-BB92-99C22297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07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BFB19-FF63-4011-BFFF-63759DF0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de todos os clientes individuais.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972CA-202C-40D4-AA83-5281D74E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CCAC4-D9DA-4863-BF27-D0B378E1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8551E-D0CC-41AB-BECC-22FC9B3B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Pedro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Carlos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Sofia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</p:txBody>
      </p:sp>
    </p:spTree>
    <p:extLst>
      <p:ext uri="{BB962C8B-B14F-4D97-AF65-F5344CB8AC3E}">
        <p14:creationId xmlns:p14="http://schemas.microsoft.com/office/powerpoint/2010/main" val="240499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8F614-FB24-4ED8-A24D-19BB6A6F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18CB4-AFC0-4C80-A1F2-606ED925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34EDA-9A3B-4857-8B31-4EC37A5C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253DC-9DA2-4E90-82B1-E1EEA031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3175B-1938-449C-9DB7-943F2033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08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FA4B2-9C33-4E59-9C81-D2C50CAA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nome das organizações que trabalham no ramo Alimentar.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F15FA4-CEA4-46BF-81FA-25E1697E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A2C14-5865-4F87-B2AB-999B7B0A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4BA27-A4D3-4AB0-A50E-880AD2A4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</a:t>
            </a:r>
          </a:p>
        </p:txBody>
      </p:sp>
    </p:spTree>
    <p:extLst>
      <p:ext uri="{BB962C8B-B14F-4D97-AF65-F5344CB8AC3E}">
        <p14:creationId xmlns:p14="http://schemas.microsoft.com/office/powerpoint/2010/main" val="15626084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D6B267-91CA-46B8-BCFA-54BCA32E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9D46F-F2B4-4482-86BD-9477F9C4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957E2-D51D-41BC-9E98-8B2E17EB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AE732-BE96-4D4D-A285-E03E7EFA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ADD17-031B-42FE-8269-A8D29110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09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9AE27-663B-4AC6-A35B-CCBE62CA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clientes individuais que não têm BI?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BF11B0-C3F0-461C-AEE8-84BF2FCF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C0FEC-13CD-4B16-B00F-D637BFC3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41FF9B-9D28-486B-A425-99F8D066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Luisa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Antonio</a:t>
            </a:r>
          </a:p>
        </p:txBody>
      </p:sp>
    </p:spTree>
    <p:extLst>
      <p:ext uri="{BB962C8B-B14F-4D97-AF65-F5344CB8AC3E}">
        <p14:creationId xmlns:p14="http://schemas.microsoft.com/office/powerpoint/2010/main" val="19190027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D4CEE-CF86-47CA-94A2-B4BC1EF8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839D1-C8F9-437F-9AEC-17C858E0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1F319E-B11C-4041-994F-D0E65779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065EC-9470-47A6-994D-06C6C288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E8C82-2326-488A-9A41-9A08D6DE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10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87AFC-5611-4822-9D94-67B93058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hotéis com reservas em que pelo menos um quarto está afeto a mais de duas pessoas?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D08275-A93B-4A5F-9A0D-D8644333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F979CF-96EC-46C4-BFF6-10DA5AB4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0C93B-59F3-4121-8CAB-8F176998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</a:t>
            </a:r>
          </a:p>
        </p:txBody>
      </p:sp>
    </p:spTree>
    <p:extLst>
      <p:ext uri="{BB962C8B-B14F-4D97-AF65-F5344CB8AC3E}">
        <p14:creationId xmlns:p14="http://schemas.microsoft.com/office/powerpoint/2010/main" val="194318124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745B9-B459-4D4F-8D40-F4AA08A0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C0E7D-4853-4260-8B8C-64977FDE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6CF9F-AEEC-41B0-847B-1FEAB9F8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75126-A140-441C-A8B0-715B3523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232579-344A-4F81-A016-D45CF693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11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0B093-2333-49C7-BCCF-5D639B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hotéis com reservas que se sobrepõem a agosto ou setembro de 2012? Basta existir pelo menos um dia da reserva nesse intervalo.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3A85D-8741-4A18-8A09-18C11D5F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309BB-92A5-4533-9AC1-DD52BC56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63BC3-D2B2-4AE0-9957-A30F5CD8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</a:t>
            </a:r>
          </a:p>
        </p:txBody>
      </p:sp>
    </p:spTree>
    <p:extLst>
      <p:ext uri="{BB962C8B-B14F-4D97-AF65-F5344CB8AC3E}">
        <p14:creationId xmlns:p14="http://schemas.microsoft.com/office/powerpoint/2010/main" val="200398103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40B40-73C2-41DE-A0CF-53BF5A29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B812D0-3F36-4AF4-9796-31AFA0C5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37493-B68C-48B9-94ED-D0F18353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85187-5CD3-4BF8-A3CE-DE1C975B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4224C-ABBC-4553-8B19-7C11E42B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12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B986E-1963-4CD1-9C09-5B17E92E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Quais são os números das reservas efetuadas pela ONU e pela Ana?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25577-E411-460F-8ECC-B81D29CD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D3320-6721-4F9A-AEC3-06BFA3AB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63613-66F0-46DC-ADC5-A878B28B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numero_reserva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3950969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D2BE1-40B9-4C3A-B638-BBD5530C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4D399-270C-4A3D-AD9C-01430AF0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1969A-696B-4651-B16A-9EF37253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204D1-A5CD-4F10-9D4E-E4E08E50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D3984-038D-4B77-A73E-5BE5E4A6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13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D480D-C9D5-4006-9604-022BD18E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Liste os hotéis onde o cliente ISCTE já efetuou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B344C-F07D-4FA6-8015-D27AC303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89AA-DF10-449D-BE09-BFD76BDD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FF4F1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96EE7-1811-405B-BF34-05F46F5D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</a:t>
            </a:r>
          </a:p>
        </p:txBody>
      </p:sp>
    </p:spTree>
    <p:extLst>
      <p:ext uri="{BB962C8B-B14F-4D97-AF65-F5344CB8AC3E}">
        <p14:creationId xmlns:p14="http://schemas.microsoft.com/office/powerpoint/2010/main" val="185918477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553A7-2015-4627-91E5-C389DAF8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7ED1D-0C03-4335-ABF0-A9AA1109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15704D-DFAD-4ACD-A017-88FFEE74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BA6BA-003B-4A81-9CCB-0F02BA02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FD9B4-BAB5-4C68-933B-10CA9B6D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14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A6874-C1C6-4AFF-8CBC-34DA78BA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hotel, indicar a quantidade de faturas, incluindo hotéis sem faturas.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3B08D-F128-4913-899B-E61E85F1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93EF4-6E08-4D46-92C8-325A312D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EC9F4-F09A-49EA-9A6B-741F7B16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total_facturas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       | 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Baia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     | 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5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1</a:t>
            </a:r>
          </a:p>
        </p:txBody>
      </p:sp>
    </p:spTree>
    <p:extLst>
      <p:ext uri="{BB962C8B-B14F-4D97-AF65-F5344CB8AC3E}">
        <p14:creationId xmlns:p14="http://schemas.microsoft.com/office/powerpoint/2010/main" val="214092277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CCAE6D-A7A5-45FF-9DF0-3A9DDBFA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1C390B-937A-415A-8FE9-2D04F263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3341A-5BB3-4415-A56C-C3FB5E13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3FBE5-84FE-4678-BF86-7A200A7C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AB922-18F3-42B0-91A8-47299A0B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15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AB0CD-AE3C-4CE8-862F-3C769868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hotel, indicar o total de quartos, incluindo hotéis sem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C64D9-3321-4040-BEFE-7E1EE165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B1FA5-7FCD-4330-8F37-DBC116BE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088E26-C910-415E-BC35-DA61F6A3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total_quartos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Alfa   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Baia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Lisboa     | 6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Majestic   | 4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10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10</a:t>
            </a:r>
          </a:p>
        </p:txBody>
      </p:sp>
    </p:spTree>
    <p:extLst>
      <p:ext uri="{BB962C8B-B14F-4D97-AF65-F5344CB8AC3E}">
        <p14:creationId xmlns:p14="http://schemas.microsoft.com/office/powerpoint/2010/main" val="149397723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A65AC-DB63-4292-A4A6-A60D41EC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2813A-6BC2-4010-9F38-0242E030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34ABD-8558-41B4-86DD-A2807DEE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FC179-338B-421F-B5C9-4236D53D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0E4DC-C51C-4CC6-9465-1AC3F9B4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16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10909-2702-46DF-8DA0-980C4EBC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os hotéis com o maior número de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197CC-B2A3-44B6-9C23-0B9FC77E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AAF60-6024-47BF-9126-C9745953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8C706-4143-44F6-A318-71C89895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total_quartos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12</a:t>
            </a:r>
          </a:p>
        </p:txBody>
      </p:sp>
    </p:spTree>
    <p:extLst>
      <p:ext uri="{BB962C8B-B14F-4D97-AF65-F5344CB8AC3E}">
        <p14:creationId xmlns:p14="http://schemas.microsoft.com/office/powerpoint/2010/main" val="122254493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03338-B670-4428-8B82-4DC6B83F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E0452-8097-4149-A0C3-68AF5D16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1CAAC-51E3-436D-90F9-3CC52663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4CCD6-673D-4FC6-A25E-43258C95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F13124-3C7F-467B-AE48-0180B10C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17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69DB9-B260-4BA2-9A77-41CDD4FB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organização, indicar o total de reservas, incluindo organizações sem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1A793-516D-473A-B92E-62723C6B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34B84-1680-4F07-9EAD-30573DF0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EA694-62AC-4D32-BEA0-6867A807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 | total_reservas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        | 3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      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         |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        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          | 2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   | 0</a:t>
            </a:r>
          </a:p>
        </p:txBody>
      </p:sp>
    </p:spTree>
    <p:extLst>
      <p:ext uri="{BB962C8B-B14F-4D97-AF65-F5344CB8AC3E}">
        <p14:creationId xmlns:p14="http://schemas.microsoft.com/office/powerpoint/2010/main" val="42356134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6B562-FFDC-44E3-B81F-234D553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E410C-F315-4C0D-9682-50BD915E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B465F-0E28-4299-8E59-8740F99A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6BE2F-125C-426B-9404-95E861F2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851A3-6409-498B-BC1B-E5828BF7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18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3677EE-F03E-4ED0-90D9-3ECAAA5C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Para cada organização e cada hotel, indicar o total de reservas, incluindo combinações sem reservas.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05024-687D-4299-848B-41396A8C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A77ED-0BA5-4B43-9764-88FFF94A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2A44E-7FF8-4425-81CC-110FFBF1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organização | AL BH LS MJ MN RM SH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ISCTE       | 2  0  0  0  1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         | 2  0  1  1  1  2  1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NASA        | 0  0  0  0  0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CE          | 0  0  0  0  0  2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TAP         | 0  0  0  2  0  0  0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Continente  | 0  0  0  0  0  0  0</a:t>
            </a:r>
          </a:p>
        </p:txBody>
      </p:sp>
    </p:spTree>
    <p:extLst>
      <p:ext uri="{BB962C8B-B14F-4D97-AF65-F5344CB8AC3E}">
        <p14:creationId xmlns:p14="http://schemas.microsoft.com/office/powerpoint/2010/main" val="147824462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0862B-8284-4553-8BDC-3BD78586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32853-341F-4E81-A23E-AA03DE19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1FDCDE-405F-4197-BF5F-A54E3627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128E3-00D3-4D93-BBFA-EBF054F2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A905C9-FC24-44DA-8734-9A0F5240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19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E677C-2315-4001-91EF-137AB681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os hotéis com o maior número de quartos livres, considerando livre um quarto que nunca aparece em Reserva_Quartos.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80E586-FBFC-4DBE-9AA5-CDA5B740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4CE02-4817-4503-AD99-8F136091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036CD-7B7D-4232-B0C4-C4EC927D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total_livres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Mundial    | 8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Sheraton   | 8</a:t>
            </a:r>
          </a:p>
        </p:txBody>
      </p:sp>
    </p:spTree>
    <p:extLst>
      <p:ext uri="{BB962C8B-B14F-4D97-AF65-F5344CB8AC3E}">
        <p14:creationId xmlns:p14="http://schemas.microsoft.com/office/powerpoint/2010/main" val="110093798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AD135-6BD7-4C45-963B-C55A53AE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078F9-45E4-4409-A0AA-3E5014C5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03A6C-A228-4E2F-822D-64406B1A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0BEF5-E57F-4E77-A8F8-05FCCCCA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D4133-8AA0-41E6-90A9-FE76DE1A8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20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38252-1BF5-462E-8601-417BB771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as organizações que têm reservas em todos os hotéis com quartos. O hotel Baia fica excluído porque não tem quartos.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93133-468F-4564-8C4E-F1F075EA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9E576-C4C3-4CDD-95CA-C1721BD1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6CF0E-F48E-4262-A35F-56284096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nome_cliente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ONU</a:t>
            </a:r>
          </a:p>
        </p:txBody>
      </p:sp>
    </p:spTree>
    <p:extLst>
      <p:ext uri="{BB962C8B-B14F-4D97-AF65-F5344CB8AC3E}">
        <p14:creationId xmlns:p14="http://schemas.microsoft.com/office/powerpoint/2010/main" val="32630274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30252-A8E7-4D9A-BBCB-00383BDA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551C8-61CC-4875-A83B-F348B5C6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8D8E4-6FBD-4D86-9B6E-363DB285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C2C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7C2C8"/>
                </a:solidFill>
                <a:latin typeface="Aptos"/>
                <a:ea typeface="Aptos"/>
                <a:cs typeface="Aptos"/>
              </a:rPr>
              <a:t>SQL ·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94F8C-9B3D-4E43-BED4-4BB6A9E1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Exercício 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CD758-63F7-4CB9-B9E0-5572BDC4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4960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8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080"/>
                </a:solidFill>
                <a:latin typeface="Aptos"/>
                <a:ea typeface="Aptos"/>
                <a:cs typeface="Aptos"/>
              </a:rPr>
              <a:t>21 · Pedro Ramos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FD324E-1D6E-4FD5-A079-B37F686D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047750"/>
            <a:ext cx="10763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Listar o hotel com maior volume de faturação e indicar o respetivo valor.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461C5-3D46-4033-AEA4-EEE7A6E8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RESULTADO ESPERADO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99C37-4991-4A75-BE3A-C66A29D8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52750"/>
            <a:ext cx="10763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1D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6174E-E386-4066-9830-77C0035B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10191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designacao | total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7212B"/>
                </a:solidFill>
                <a:latin typeface="Courier New"/>
                <a:ea typeface="Courier New"/>
                <a:cs typeface="Courier New"/>
              </a:rPr>
              <a:t>Roma       | 2000.00</a:t>
            </a:r>
          </a:p>
        </p:txBody>
      </p:sp>
    </p:spTree>
    <p:extLst>
      <p:ext uri="{BB962C8B-B14F-4D97-AF65-F5344CB8AC3E}">
        <p14:creationId xmlns:p14="http://schemas.microsoft.com/office/powerpoint/2010/main" val="1898129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2026-09-09T22:54:58.6830000Z</dcterms:created>
  <dcterms:modified xsi:type="dcterms:W3CDTF">2026-09-09T22:54:58.6830000Z</dcterms:modified>
</coreProperties>
</file>