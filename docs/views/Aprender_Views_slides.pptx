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980d17a305437a" /><Relationship Type="http://schemas.openxmlformats.org/officeDocument/2006/relationships/extended-properties" Target="/docProps/app.xml" Id="R5bf86610f7694c88" /><Relationship Type="http://schemas.openxmlformats.org/officeDocument/2006/relationships/officeDocument" Target="/ppt/presentation.xml" Id="R9f78781a867c4a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a71803c3db4060"/>
  </p:sldMasterIdLst>
  <p:notesMasterIdLst>
    <p:notesMasterId xmlns:r="http://schemas.openxmlformats.org/officeDocument/2006/relationships" r:id="R63450e7dccee4121"/>
  </p:notesMasterIdLst>
  <p:sldIdLst>
    <p:sldId xmlns:r="http://schemas.openxmlformats.org/officeDocument/2006/relationships" id="256" r:id="R9c5c1355e4a447de"/>
    <p:sldId xmlns:r="http://schemas.openxmlformats.org/officeDocument/2006/relationships" id="257" r:id="R4fe9a87209b94762"/>
    <p:sldId xmlns:r="http://schemas.openxmlformats.org/officeDocument/2006/relationships" id="258" r:id="R0a85cecd4b2341c0"/>
    <p:sldId xmlns:r="http://schemas.openxmlformats.org/officeDocument/2006/relationships" id="259" r:id="R10340d159677450a"/>
    <p:sldId xmlns:r="http://schemas.openxmlformats.org/officeDocument/2006/relationships" id="260" r:id="R9879d591454c4af5"/>
    <p:sldId xmlns:r="http://schemas.openxmlformats.org/officeDocument/2006/relationships" id="261" r:id="Rb29e727888e242a2"/>
    <p:sldId xmlns:r="http://schemas.openxmlformats.org/officeDocument/2006/relationships" id="262" r:id="R79db3c3880654ade"/>
    <p:sldId xmlns:r="http://schemas.openxmlformats.org/officeDocument/2006/relationships" id="263" r:id="R2b498e813bb94118"/>
    <p:sldId xmlns:r="http://schemas.openxmlformats.org/officeDocument/2006/relationships" id="264" r:id="R51bbe25b2348410e"/>
    <p:sldId xmlns:r="http://schemas.openxmlformats.org/officeDocument/2006/relationships" id="265" r:id="R857a07d39f0f49e9"/>
    <p:sldId xmlns:r="http://schemas.openxmlformats.org/officeDocument/2006/relationships" id="266" r:id="R431a1d56e1d945ee"/>
    <p:sldId xmlns:r="http://schemas.openxmlformats.org/officeDocument/2006/relationships" id="267" r:id="Raf478489e00b4a89"/>
    <p:sldId xmlns:r="http://schemas.openxmlformats.org/officeDocument/2006/relationships" id="268" r:id="Rbe947376a1e84c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27614329e842ca" /><Relationship Type="http://schemas.openxmlformats.org/officeDocument/2006/relationships/slideMaster" Target="/ppt/slideMasters/slideMaster1.xml" Id="Rd8a71803c3db4060" /><Relationship Type="http://schemas.openxmlformats.org/officeDocument/2006/relationships/notesMaster" Target="/ppt/notesMasters/notesMaster1.xml" Id="R63450e7dccee4121" /><Relationship Type="http://schemas.openxmlformats.org/officeDocument/2006/relationships/presProps" Target="/ppt/presProps.xml" Id="R9d7205edb6ca4eb8" /><Relationship Type="http://schemas.openxmlformats.org/officeDocument/2006/relationships/tableStyles" Target="/ppt/tableStyles.xml" Id="Rd9c051407c79425d" /><Relationship Type="http://schemas.openxmlformats.org/officeDocument/2006/relationships/slide" Target="/ppt/slides/slide1.xml" Id="R9c5c1355e4a447de" /><Relationship Type="http://schemas.openxmlformats.org/officeDocument/2006/relationships/slide" Target="/ppt/slides/slide2.xml" Id="R4fe9a87209b94762" /><Relationship Type="http://schemas.openxmlformats.org/officeDocument/2006/relationships/slide" Target="/ppt/slides/slide3.xml" Id="R0a85cecd4b2341c0" /><Relationship Type="http://schemas.openxmlformats.org/officeDocument/2006/relationships/slide" Target="/ppt/slides/slide4.xml" Id="R10340d159677450a" /><Relationship Type="http://schemas.openxmlformats.org/officeDocument/2006/relationships/slide" Target="/ppt/slides/slide5.xml" Id="R9879d591454c4af5" /><Relationship Type="http://schemas.openxmlformats.org/officeDocument/2006/relationships/slide" Target="/ppt/slides/slide6.xml" Id="Rb29e727888e242a2" /><Relationship Type="http://schemas.openxmlformats.org/officeDocument/2006/relationships/slide" Target="/ppt/slides/slide7.xml" Id="R79db3c3880654ade" /><Relationship Type="http://schemas.openxmlformats.org/officeDocument/2006/relationships/slide" Target="/ppt/slides/slide8.xml" Id="R2b498e813bb94118" /><Relationship Type="http://schemas.openxmlformats.org/officeDocument/2006/relationships/slide" Target="/ppt/slides/slide9.xml" Id="R51bbe25b2348410e" /><Relationship Type="http://schemas.openxmlformats.org/officeDocument/2006/relationships/slide" Target="/ppt/slides/slide10.xml" Id="R857a07d39f0f49e9" /><Relationship Type="http://schemas.openxmlformats.org/officeDocument/2006/relationships/slide" Target="/ppt/slides/slide11.xml" Id="R431a1d56e1d945ee" /><Relationship Type="http://schemas.openxmlformats.org/officeDocument/2006/relationships/slide" Target="/ppt/slides/slide12.xml" Id="Raf478489e00b4a89" /><Relationship Type="http://schemas.openxmlformats.org/officeDocument/2006/relationships/slide" Target="/ppt/slides/slide13.xml" Id="Rbe947376a1e84c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af1a0c06ae47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093782c52c49db" /><Relationship Type="http://schemas.openxmlformats.org/officeDocument/2006/relationships/notesMaster" Target="/ppt/notesMasters/notesMaster1.xml" Id="R5e53fa1cefbb47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7fe4f7e5a640fa" /><Relationship Type="http://schemas.openxmlformats.org/officeDocument/2006/relationships/notesMaster" Target="/ppt/notesMasters/notesMaster1.xml" Id="R97cbf940386348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d9b5abf8c34610" /><Relationship Type="http://schemas.openxmlformats.org/officeDocument/2006/relationships/notesMaster" Target="/ppt/notesMasters/notesMaster1.xml" Id="Ra97d8baaa30243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5b58d0c2574795" /><Relationship Type="http://schemas.openxmlformats.org/officeDocument/2006/relationships/notesMaster" Target="/ppt/notesMasters/notesMaster1.xml" Id="Rb35e7767bbfb4f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8e903ddac74a8e" /><Relationship Type="http://schemas.openxmlformats.org/officeDocument/2006/relationships/notesMaster" Target="/ppt/notesMasters/notesMaster1.xml" Id="R36a4897d705141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e2aeba8dfc402f" /><Relationship Type="http://schemas.openxmlformats.org/officeDocument/2006/relationships/notesMaster" Target="/ppt/notesMasters/notesMaster1.xml" Id="Rd4db4d0641454d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a1906737834b34" /><Relationship Type="http://schemas.openxmlformats.org/officeDocument/2006/relationships/notesMaster" Target="/ppt/notesMasters/notesMaster1.xml" Id="Rff220175eb9d48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127c5a8fc74ba6" /><Relationship Type="http://schemas.openxmlformats.org/officeDocument/2006/relationships/notesMaster" Target="/ppt/notesMasters/notesMaster1.xml" Id="R1235ada2e7c846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9f6fe05f3e41ed" /><Relationship Type="http://schemas.openxmlformats.org/officeDocument/2006/relationships/notesMaster" Target="/ppt/notesMasters/notesMaster1.xml" Id="Rbe82e6942ae848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65172ef5e24cbf" /><Relationship Type="http://schemas.openxmlformats.org/officeDocument/2006/relationships/notesMaster" Target="/ppt/notesMasters/notesMaster1.xml" Id="Rad3b726b9b1a44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ba126bc67f4bd0" /><Relationship Type="http://schemas.openxmlformats.org/officeDocument/2006/relationships/notesMaster" Target="/ppt/notesMasters/notesMaster1.xml" Id="Re6365d67e76646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31012264cf4422" /><Relationship Type="http://schemas.openxmlformats.org/officeDocument/2006/relationships/notesMaster" Target="/ppt/notesMasters/notesMaster1.xml" Id="Rec2f606ae04c45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673a873674444b" /><Relationship Type="http://schemas.openxmlformats.org/officeDocument/2006/relationships/notesMaster" Target="/ppt/notesMasters/notesMaster1.xml" Id="R38225aff25784f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2baea8523b46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1d565747e44a9a" /><Relationship Type="http://schemas.openxmlformats.org/officeDocument/2006/relationships/slideLayout" Target="/ppt/slideLayouts/slideLayout1.xml" Id="R2a06146e00a341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06146e00a341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5d0099632465c" /><Relationship Type="http://schemas.openxmlformats.org/officeDocument/2006/relationships/notesSlide" Target="/ppt/notesSlides/notesSlide1.xml" Id="Rf2480e59d25e43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b3debfdc2424f" /><Relationship Type="http://schemas.openxmlformats.org/officeDocument/2006/relationships/notesSlide" Target="/ppt/notesSlides/notesSlide2.xml" Id="R0927bccbf94d46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44db0bdef4e7b" /><Relationship Type="http://schemas.openxmlformats.org/officeDocument/2006/relationships/notesSlide" Target="/ppt/notesSlides/notesSlide3.xml" Id="Rb63146eea91d47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c2d1bae474d12" /><Relationship Type="http://schemas.openxmlformats.org/officeDocument/2006/relationships/notesSlide" Target="/ppt/notesSlides/notesSlide4.xml" Id="Rd40b9c5a63a34d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d060ae5a74993" /><Relationship Type="http://schemas.openxmlformats.org/officeDocument/2006/relationships/notesSlide" Target="/ppt/notesSlides/notesSlide5.xml" Id="Rc6341051fc9548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460661f4243c5" /><Relationship Type="http://schemas.openxmlformats.org/officeDocument/2006/relationships/notesSlide" Target="/ppt/notesSlides/notesSlide6.xml" Id="Ra7c0d036322d42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1faa6b3e94f18" /><Relationship Type="http://schemas.openxmlformats.org/officeDocument/2006/relationships/notesSlide" Target="/ppt/notesSlides/notesSlide7.xml" Id="Re757829bdaed46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ffb93d91f4749" /><Relationship Type="http://schemas.openxmlformats.org/officeDocument/2006/relationships/notesSlide" Target="/ppt/notesSlides/notesSlide8.xml" Id="Rf63974871afe4d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ef035a21c45f6" /><Relationship Type="http://schemas.openxmlformats.org/officeDocument/2006/relationships/notesSlide" Target="/ppt/notesSlides/notesSlide9.xml" Id="R5e491b74ce3e4a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31886a1a148cc" /><Relationship Type="http://schemas.openxmlformats.org/officeDocument/2006/relationships/notesSlide" Target="/ppt/notesSlides/notesSlide10.xml" Id="R7cca7afadc5940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1efb8493e4636" /><Relationship Type="http://schemas.openxmlformats.org/officeDocument/2006/relationships/notesSlide" Target="/ppt/notesSlides/notesSlide11.xml" Id="R9f781500c98e4e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36552cc424358" /><Relationship Type="http://schemas.openxmlformats.org/officeDocument/2006/relationships/notesSlide" Target="/ppt/notesSlides/notesSlide12.xml" Id="R4497a9a23a8545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2ec24a36548dc" /><Relationship Type="http://schemas.openxmlformats.org/officeDocument/2006/relationships/notesSlide" Target="/ppt/notesSlides/notesSlide13.xml" Id="Rfb4f715410874a2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249A1-75E2-4F77-88C5-93A794FE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42807-F310-4E1D-9B74-E01A2887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BD246-D044-40F0-B9E1-B64D9DAA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TUTORIAL PARA AULA E ESTUDO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801E9-F0EB-48E7-BA7C-F42ED263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23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77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Aprender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0C12A-11F0-46A4-98CF-0FE2519A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6E7EE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D6E7EE"/>
                </a:solidFill>
                <a:latin typeface="Aptos"/>
                <a:ea typeface="Aptos"/>
                <a:cs typeface="Aptos"/>
              </a:rPr>
              <a:t>Visões, simplificação, escrita e permissões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81281-83C9-4B0E-968E-27E76F14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Pedro Ramos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F1B6B-6D46-459B-B1C7-497456B6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71625"/>
            <a:ext cx="3857625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81783-9119-433D-AA81-1E69A3DE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43075"/>
            <a:ext cx="3381375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CREATE VIEW vw_utilizador_pais AS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u.nome, p.nome AS pais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 AS u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LEFT JOIN pais AS p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 ON p.pais_id = u.pais_id;</a:t>
            </a:r>
          </a:p>
        </p:txBody>
      </p:sp>
    </p:spTree>
    <p:extLst>
      <p:ext uri="{BB962C8B-B14F-4D97-AF65-F5344CB8AC3E}">
        <p14:creationId xmlns:p14="http://schemas.microsoft.com/office/powerpoint/2010/main" val="13416649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5AE677-080C-47B3-A4D0-68E25BE6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2022B-C928-4B13-9DA7-F4A3CD7D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A20B2-7155-4CC9-920B-2538EEDE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17802-837F-429B-AB55-96F5660F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Uma view é uma tabela virtual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DAEA3-CA0D-4E5B-A9D2-52D8EB29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02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E9A45-6D9A-495C-8AAC-202B9AE2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D94EC-072A-4FD7-AF1B-F725DEE7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66675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11152-DAEA-4944-929D-7F68CE44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1922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Tabelas reais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4DFD3-26B0-4361-8E02-39C00691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81175"/>
            <a:ext cx="29337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Guardam as linhas: utilizador, país e post.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716F8-6607-4DBE-B253-5D12AA90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85875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D14C5-4286-4FB0-988C-4C19EEBC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85875"/>
            <a:ext cx="66675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BD914-8FE0-4FBD-B390-7EA97FCA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41922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Consulta guardada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59CF0-06A6-47CA-9512-671C9D97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81175"/>
            <a:ext cx="29337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CREATE VIEW dá um nome a uma consulta.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DBAA4-6AB1-4791-9BF4-6E28B52C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85875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4DBE4-A6D5-43D7-9B33-523065D7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85875"/>
            <a:ext cx="66675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0F0CF4-68DB-4C8F-84C2-BA6A3A97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41922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Resultado atual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17A49-5AFA-4B39-8657-49E93299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781175"/>
            <a:ext cx="29337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SELECT à view consulta os dados atuais das tabelas.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BF58F-9ED6-4972-8014-C1E8FD2D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76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DE3EF9-D281-4CB4-8832-FF705D3D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Uma view normal guarda a definição, não uma segunda cópia das linhas.</a:t>
            </a:r>
          </a:p>
        </p:txBody>
      </p:sp>
    </p:spTree>
    <p:extLst>
      <p:ext uri="{BB962C8B-B14F-4D97-AF65-F5344CB8AC3E}">
        <p14:creationId xmlns:p14="http://schemas.microsoft.com/office/powerpoint/2010/main" val="17204296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31B91-582F-42EC-A5F2-4116AED5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60E9C-B869-4F39-B956-E2006F8E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485CA-C0EC-4035-963C-73DA57AA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31D85-9044-4E05-8ED7-B385385F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Três razões para criar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BE257-7295-4C58-922B-7C8FB914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03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8514A-9839-47F9-80EB-244A9E29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0"/>
            <a:ext cx="333375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242FC-94F9-4A47-BACB-B2498C16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0"/>
            <a:ext cx="66675" cy="2619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C2C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4D643-4FBF-4253-9D83-7723EA3F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6685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Uma visão adequada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FF5C6-5AE6-46F8-8EC1-334CD4CA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28800"/>
            <a:ext cx="29337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Escolher colunas, filtrar linhas e usar nomes compreensíveis.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02C34-0840-4A24-BD83-8691FDED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33500"/>
            <a:ext cx="333375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F39AB-F65A-4F88-AAEF-76A0617B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33500"/>
            <a:ext cx="66675" cy="2619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CB856-656A-4CCC-A4F2-DAE7FAAE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46685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Simplificar consultas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E23013-E55C-4AFB-A1B4-E4F4102C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828800"/>
            <a:ext cx="29337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Escrever uma junção ou agregação difícil uma vez e reutilizá-la.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2899B-0D36-40AE-80C5-4A1EDF58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33500"/>
            <a:ext cx="333375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E518E-7670-4622-B530-93E308B5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33500"/>
            <a:ext cx="66675" cy="2619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5CD90-2139-4D5D-8911-5D310447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46685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Controlar acesso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A7E3AA-A9E0-478C-A46B-AB708F4A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828800"/>
            <a:ext cx="29337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Conceder acesso à view sem abrir todas as colunas das tabelas.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B1EF8B-36B2-484F-BDCE-02CC228C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76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15E10B-E69E-4A4A-876A-B9B46984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Uma boa view funciona como uma interface estável para os dados.</a:t>
            </a:r>
          </a:p>
        </p:txBody>
      </p:sp>
    </p:spTree>
    <p:extLst>
      <p:ext uri="{BB962C8B-B14F-4D97-AF65-F5344CB8AC3E}">
        <p14:creationId xmlns:p14="http://schemas.microsoft.com/office/powerpoint/2010/main" val="11091107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8DB76-439E-46AC-BC26-095E7A9A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B4399-8DB3-4D98-A868-ED9A999B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AD78D-31DD-475E-8147-93FD07AF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56F2B-C61D-4CFD-A622-9E2007FB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Criar, consultar e inspecionar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29FB8-D40B-4697-A8AB-C331AD61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04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ABAA5-326F-42F9-BBBC-36A6AE2D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723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5DC71-3A54-4C6D-B102-C582007B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676275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CREATE VIEW vw_utilizador_pais AS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u.utilizador_id, u.nome, p.nome AS pais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 AS u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LEFT JOIN pais AS p ON p.pais_id = u.pais_id;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* FROM vw_utilizador_pais;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SHOW CREATE VIEW vw_utilizador_pais;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D4FAA-8079-4A10-BEE9-0E85C413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381125"/>
            <a:ext cx="3429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B451B-2FE4-463F-96F7-6886B857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381125"/>
            <a:ext cx="66675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3C914-E6A9-41EB-AF1E-2028C05D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5144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CREATE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CA461-C1DE-4992-BE46-CAFA8EE2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876425"/>
            <a:ext cx="3028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Guarda a consulta com um nome.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7AF8F-7F01-4C79-8F46-9AA619AB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95625"/>
            <a:ext cx="3429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F95DA-CA09-4B6B-A73C-B7B5496D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95625"/>
            <a:ext cx="66675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D8754-4B5F-491A-92E6-6DB08169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289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SHOW CREATE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172BE0-6DE4-4E70-8395-5BBAB6A5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90925"/>
            <a:ext cx="3028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Mostra a definição guardada.</a:t>
            </a:r>
          </a:p>
        </p:txBody>
      </p:sp>
    </p:spTree>
    <p:extLst>
      <p:ext uri="{BB962C8B-B14F-4D97-AF65-F5344CB8AC3E}">
        <p14:creationId xmlns:p14="http://schemas.microsoft.com/office/powerpoint/2010/main" val="9422549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D9783-1606-438D-AF5E-6FCE13AB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32150-02B7-4DA4-A35D-47F1EEEC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C90AA-888A-4A89-B764-B89D94DB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0BFC1-D574-4A61-B3E1-4F17CE20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view simplifica uma junção repetida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B1E7B-178C-4959-8B55-B8E5E1CD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05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7B250-7807-496A-9B66-9CC198A9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68580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2CB27-0E63-476D-9800-995148DF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6381750" cy="399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-- A complexidade fica na view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CREATE VIEW vw_ativos_pais AS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u.nome, p.nome AS pais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 u LEFT JOIN pais p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ON p.pais_id=u.pais_id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WHERE u.estado='ativo';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-- O relatório fica simples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nome FROM vw_ativos_pais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WHERE pais='Portugal';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D6E94-0790-4891-9FE4-FFDC4683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81125"/>
            <a:ext cx="3714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DC9F3-5D11-417E-9B76-5996DCBC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81125"/>
            <a:ext cx="66675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B5A3F-6BCF-4505-BE8D-5D8B3993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514475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Separar responsabilidades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23EE4-3378-4879-90DD-5AE8E0D3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876425"/>
            <a:ext cx="33147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 view sabe ligar e filtrar tabelas. O relatório faz apenas a pergunta atual.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51F91-8A98-46CB-B9A1-7C5A36EF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3714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9DB2A-F1DE-4FF5-A392-374B3510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666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2B3081-9C98-4FD5-A40F-B22A972A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609975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Reutilizar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745CF5-60BD-4A0B-8843-77696844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971925"/>
            <a:ext cx="331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Vários relatórios usam a mesma regra.</a:t>
            </a:r>
          </a:p>
        </p:txBody>
      </p:sp>
    </p:spTree>
    <p:extLst>
      <p:ext uri="{BB962C8B-B14F-4D97-AF65-F5344CB8AC3E}">
        <p14:creationId xmlns:p14="http://schemas.microsoft.com/office/powerpoint/2010/main" val="1732571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28B0D-E00C-4A94-800F-70783885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6FF6F-37B6-4DA2-BC39-EAED88F3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A8E64-D18B-404F-9963-A71D4BED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982A0-8339-45DD-8480-3D115762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Uma agregação passa a ser consultável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CD1A3-04AA-4540-9A6F-3935DBBC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06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BCB77-4358-44BD-BAAF-AAAA2B57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7239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66BF9-53DC-4A6B-A454-90112F98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6762750" cy="441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CREATE VIEW vw_estatisticas_autor AS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u.utilizador_id, u.nome,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COUNT(p.post_id) AS total_posts,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COALESCE(SUM(p.gostos),0) AS total_gostos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 u LEFT JOIN post p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ON p.utilizador_id=u.utilizador_id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GROUP BY u.utilizador_id,u.nome;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* FROM vw_estatisticas_autor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WHERE total_posts &gt;= 2;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19FB7-EA0E-4716-A048-EE74AEBD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347662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FC9FC-BDC2-4530-8A83-23A98F2F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66675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18ED2-164E-4486-815C-50165F51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14475"/>
            <a:ext cx="3076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Resumo reutilizável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ED7684-4BDD-4925-8717-39494C97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76425"/>
            <a:ext cx="30765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 view resolve JOIN, GROUP BY e funções de agregação.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85461-748A-483B-B2FF-FE53EF39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476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0570B-289F-4F89-BEE6-F1D6C3D3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66675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8F1F0-AE1D-41E3-A6A0-DA380003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52850"/>
            <a:ext cx="3076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Nova pergunta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DD899-3AAE-4B11-B104-6BA5731B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14800"/>
            <a:ext cx="30765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Filtrar o resumo já não repete a lógica.</a:t>
            </a:r>
          </a:p>
        </p:txBody>
      </p:sp>
    </p:spTree>
    <p:extLst>
      <p:ext uri="{BB962C8B-B14F-4D97-AF65-F5344CB8AC3E}">
        <p14:creationId xmlns:p14="http://schemas.microsoft.com/office/powerpoint/2010/main" val="18619183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FB370-230E-4FF3-9589-C46BE35D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33934-FB14-4D0F-B6F4-E9FB1B31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7B5B0-B76E-44F9-91D6-55F0F716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F3FB5-65FB-43F4-9870-66ED4F94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Views sobre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9224C-6A14-49FF-8881-D34FDB8B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07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E777C-07BF-4109-9B52-C729B521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953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3F545-B201-4828-8F19-7A37C8FC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52575"/>
            <a:ext cx="64770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CREATE VIEW vw_autores_relevantes AS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utilizador_id,nome,total_posts,total_gostos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vw_estatisticas_autor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WHERE total_posts &gt;= 2 OR total_gostos &gt;= 20;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04275-D724-47B1-93AA-29BE9229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33500"/>
            <a:ext cx="33813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02861-78EA-42DE-9F95-FDE40720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3350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89C08-FF67-4438-8C8E-0EEB9A81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66850"/>
            <a:ext cx="2981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Camada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AD15F-5109-41CC-B4E4-E6FF87CA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28800"/>
            <a:ext cx="29813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Define como calcular estatísticas.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CDE08-C57E-4803-9B25-B7EA0B61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3813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EDED0-592F-4DCC-A248-ED0F16C4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409452-941F-4372-A459-DCF45AB6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76600"/>
            <a:ext cx="2981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Camada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2F7897-6623-48FC-A7EE-08BE96DC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38550"/>
            <a:ext cx="29813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Define o significado de “relevante”.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16F1D-0756-4A80-BFD5-D96A339D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76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6A2F8-C207-463F-BBE6-2795850A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As camadas ajudam a manter regras, mas cadeias excessivas escondem a origem dos dados.</a:t>
            </a:r>
          </a:p>
        </p:txBody>
      </p:sp>
    </p:spTree>
    <p:extLst>
      <p:ext uri="{BB962C8B-B14F-4D97-AF65-F5344CB8AC3E}">
        <p14:creationId xmlns:p14="http://schemas.microsoft.com/office/powerpoint/2010/main" val="20411674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83D920-245F-4C8E-AF94-FE503129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9BEF2-5DA7-4BCA-BDB2-701E777D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0FF86-FAA3-47DD-98E5-08D5D85A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B415A-907B-4ADB-8CDD-09477681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Podemos escrever numa view?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EB3CC-2717-4C04-9D7F-75E36F7E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08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CFDF5-CAF3-46A2-8CA9-DEBB019E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3429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33990-753E-4EDF-9B06-BB651034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66675" cy="1571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D4DAA-34EF-4DEB-8AED-73B78FC7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3239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Normalmente sim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9AFBB-BEC2-4208-AC82-2EBD4F73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85925"/>
            <a:ext cx="3028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Uma tabela, sem agregação, e cada linha da view identifica uma linha base.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BA17D-D873-447A-BF73-844C2E14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90625"/>
            <a:ext cx="3429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779E7-926A-4AFC-A297-A5750EE5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90625"/>
            <a:ext cx="66675" cy="1571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79886E-E1C1-44EE-A5DD-5BCE8860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239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Depende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0DBB2-3F25-4923-A3BA-4E4D651C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85925"/>
            <a:ext cx="3028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WHERE e alguns JOIN permitem operações limitadas.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79781-C204-4C34-996C-F73B8578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90625"/>
            <a:ext cx="3429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1411AF-F5E4-489C-910A-0B777CB1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90625"/>
            <a:ext cx="66675" cy="1571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A150F3-125A-46D9-A53A-BD1687A8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3239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14CB65-A735-4425-9697-8B4042F6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85925"/>
            <a:ext cx="3028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GROUP BY, agregações, DISTINCT, HAVING e UNION.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857EBE-A3F4-495E-9047-81CE08A1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67125"/>
            <a:ext cx="666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BCBA55-FF97-4891-A7BE-068DCFEA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38575"/>
            <a:ext cx="61912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UPDATE vw_utilizadores_ativos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SET reputacao = 60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WHERE utilizador_id = 102;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4AB200-9041-4DF7-981A-4EFB8D48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76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29B38F-251F-4D92-B7CD-0E1102DB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 alteração chega à tabela base: a view não possui uma cópia independente.</a:t>
            </a:r>
          </a:p>
        </p:txBody>
      </p:sp>
    </p:spTree>
    <p:extLst>
      <p:ext uri="{BB962C8B-B14F-4D97-AF65-F5344CB8AC3E}">
        <p14:creationId xmlns:p14="http://schemas.microsoft.com/office/powerpoint/2010/main" val="12178103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01FB5-507A-407D-A8E4-74F0B28A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260DD-43B5-45D5-A3A0-5F96D3F0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8C2FD-796A-4E9A-ACBD-04FE6FA8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44696-2F9E-4306-9407-C32A537C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WITH CHECK OPTION protege o filtro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05076-9969-445F-B762-9DD85339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09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0D3AB-28FC-41AE-81B2-774C4A36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95375"/>
            <a:ext cx="6953250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4638A-6068-4158-889B-F4EF2E0A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66825"/>
            <a:ext cx="6477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CREATE VIEW vw_utilizadores_ativos AS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utilizador_id,nome,email,estado,reputacao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WHERE estado='ativo'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WITH CHECK OPTION;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UPDATE vw_utilizadores_ativos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SET estado='inativo' WHERE utilizador_id=102;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32249-9219-481F-BAFB-E9AF03A4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36671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29CE3-DCB9-4E2E-85BD-845D1D11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2EFEF-1331-464A-999C-A2568971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14475"/>
            <a:ext cx="3267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Alteração recusada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FC907-D0F7-4EE7-B5C0-B8BB9717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76425"/>
            <a:ext cx="32670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 linha deixaria de satisfazer a condição da própria 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20402-91A9-42D9-81CC-CF5B61AC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67125"/>
            <a:ext cx="36671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7277E-C27F-4852-B664-358B3FBB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67125"/>
            <a:ext cx="666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ABE81-EBC4-4BDC-AC57-0F344D9D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00475"/>
            <a:ext cx="3267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INSERT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1224D-BB8C-4DBC-8969-333C80AB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62425"/>
            <a:ext cx="32670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Tem ainda de fornecer as colunas obrigatórias sem DEFAULT.</a:t>
            </a:r>
          </a:p>
        </p:txBody>
      </p:sp>
    </p:spTree>
    <p:extLst>
      <p:ext uri="{BB962C8B-B14F-4D97-AF65-F5344CB8AC3E}">
        <p14:creationId xmlns:p14="http://schemas.microsoft.com/office/powerpoint/2010/main" val="3770955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0A51EB-753F-4AAF-8C77-6D01A694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AB308-D852-44E5-B967-B684C989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ADD8B-FF3B-4E65-A498-9E6087B2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6FD0B-0313-4F36-9A66-33F8BF01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Views como fronteira de acesso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1B453-BDF3-4CA3-A267-6DCA2D1E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10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57759-91B9-47AE-A35A-6DD233AD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38250"/>
            <a:ext cx="62865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8B5CF-2931-46B0-ADAB-A076052A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5810250" cy="3133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CREATE VIEW vw_diretorio_publico AS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utilizador_id,nome,pais_id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 WHERE estado='ativo';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GRANT SELECT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ON tutorial_sql.vw_diretorio_publico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TO 'leitor'@'%';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962EE-1694-4855-BC98-657F65AC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190625"/>
            <a:ext cx="4286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6B752-F225-4C26-9061-760C89A3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190625"/>
            <a:ext cx="66675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25983-719D-445A-A863-AB614EBC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323975"/>
            <a:ext cx="3886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Menor privilégio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47C8F-E7B1-4D07-B711-EA6F68F7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685925"/>
            <a:ext cx="38862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 leitor vê a view, mas não precisa de SELECT na tabela base.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7EC271-6869-4A8C-96D4-60EC9366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52750"/>
            <a:ext cx="4286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FB1182-FE85-4C5B-8B31-79ED3628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52750"/>
            <a:ext cx="66675" cy="1571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46FF31-54EB-4C63-9B57-8E91A828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086100"/>
            <a:ext cx="3886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Atenção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BA243-86F9-436F-859F-475CDF14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448050"/>
            <a:ext cx="38862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Não é proteção se o mesmo utilizador também puder consultar diretamente a tabela.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75D49-9FD9-46F1-9E48-CB21C4F0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76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CCCA04-9F67-4DF5-912E-F8A169B8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SQL SECURITY DEFINER e INVOKER determinam quais privilégios são usados.</a:t>
            </a:r>
          </a:p>
        </p:txBody>
      </p:sp>
    </p:spTree>
    <p:extLst>
      <p:ext uri="{BB962C8B-B14F-4D97-AF65-F5344CB8AC3E}">
        <p14:creationId xmlns:p14="http://schemas.microsoft.com/office/powerpoint/2010/main" val="2016038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D03E20-E998-4FB5-B070-A5262584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735B1-60D1-491C-81BC-DB66D232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9E1E9-C6E5-42D4-B5D8-75DA7209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E1F6A-4301-4B7F-BABB-3FA65F68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Manutenção e cuidados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087C9-E141-46BD-8104-D645AF91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11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0A89E-1BA4-4C03-8A5F-7E7472D1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33337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950D5-3914-4AAB-AB02-613A205F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66675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7F0C3-7B97-4B2B-9532-D4CCA435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1922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Substituir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2D5B6-E236-4343-8DF1-1AD5BA40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81175"/>
            <a:ext cx="29337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CREATE OR REPLACE VIEW altera a definição.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6FFA4-7ED6-45E2-9022-A5C87137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85875"/>
            <a:ext cx="33337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5435F-337C-4567-B658-FAAC4B18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85875"/>
            <a:ext cx="66675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134D9-DC8D-4CDB-A048-CE6A1618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41922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Remover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7049F2-FEC6-43D3-AFB3-4E58480A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81175"/>
            <a:ext cx="29337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DROP VIEW remove a view, não as tabelas nem as linhas.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2890C2-3428-447B-85E1-3FAA88DB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85875"/>
            <a:ext cx="33337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BD701-C2D3-45FB-9BA5-1196CF5B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85875"/>
            <a:ext cx="66675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0E1634-44E0-4ECA-AEF5-7BD42BDF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41922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Desempenho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08236B-3183-451B-AD06-C8DF9BE4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781175"/>
            <a:ext cx="29337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 SGBD executa a consulta subjacente; uma view não torna uma consulta lenta automaticamente rápida.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F78690-DBB4-4F18-A645-142FED8B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76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A7CA96-02D2-4327-9D77-2EA482C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Teste resultados, privilégios, possibilidade de escrita e o plano de execução.</a:t>
            </a:r>
          </a:p>
        </p:txBody>
      </p:sp>
    </p:spTree>
    <p:extLst>
      <p:ext uri="{BB962C8B-B14F-4D97-AF65-F5344CB8AC3E}">
        <p14:creationId xmlns:p14="http://schemas.microsoft.com/office/powerpoint/2010/main" val="111947759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44B65E-878E-4448-8B6D-E54DE2EC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E2A5F-0AFB-4517-B006-6504E85E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ACCEB-08D8-42A3-B3E8-A2F592E9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52FC1-C603-48FD-B088-B6634FD7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Desafios para consolidar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39A33-CD9B-4D19-8610-E552AB55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12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6DCB2-491F-4C78-B452-E6D924EE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85708-D98B-4EF5-A1EA-5EFE9C38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66675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C2C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CF3B8-9631-4B93-9D9D-02879C56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32397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Visão e acesso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23920-8CD3-4829-BE5B-7182932B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85925"/>
            <a:ext cx="29337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Diretório sem dados pessoais; views por curso; GRANT apenas sobre a 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0C88F-7A94-43C8-82D5-F1CAA72D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190625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D605E-904F-4648-9747-9444DBE6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190625"/>
            <a:ext cx="66675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BD7A4-A841-4D94-85EA-3026395B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32397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Reutilização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C5B54-4BFB-4FF3-8284-AF0CC9FA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685925"/>
            <a:ext cx="29337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Painel de autores; atividade por país; comparação com médias.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126E3-652C-4748-BC55-CBA99C0C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90625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500F9-758B-47EC-AC86-5992045A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90625"/>
            <a:ext cx="66675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CC18B-C257-4D09-B1EF-D299A724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32397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Escrita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512B4-E104-41C5-A914-F6A06775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85925"/>
            <a:ext cx="29337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Catálogo editável; CHECK OPTION; explicar views não atualizáveis.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F636A5-49AF-4399-8C88-534E2F56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76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B3E715-3B67-40D3-9D12-6A7AF956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No tutorial, as soluções podem ser desbloqueadas pelo docente com a senha.</a:t>
            </a:r>
          </a:p>
        </p:txBody>
      </p:sp>
    </p:spTree>
    <p:extLst>
      <p:ext uri="{BB962C8B-B14F-4D97-AF65-F5344CB8AC3E}">
        <p14:creationId xmlns:p14="http://schemas.microsoft.com/office/powerpoint/2010/main" val="51469908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92AB08-9308-4298-B524-72C788C6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4A05E-5645-4096-9469-84DEB32C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2F810-33D5-4777-9266-7EC06975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E0E05-71FF-41A8-AAFC-5A5C80BB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Quatro perguntas antes de criar uma 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7DDD1-F186-4DB5-B180-A6A399E7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13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62AFC-AEA2-40B6-AF7C-20DB0AFA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33337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34D90-1B24-413F-B14C-A66F5297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66675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9CA0F-7D46-4F1A-B927-4DFBC334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1922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 · Que complexidade esconde?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8DEE0-7806-4951-B63D-5A54F0CB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81175"/>
            <a:ext cx="29337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Junções, agregações ou uma regra reutilizada.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28DD1-7EF1-4A73-823C-C6673FDF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85875"/>
            <a:ext cx="33337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E38F3-6928-407A-8469-E0454420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85875"/>
            <a:ext cx="66675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C2C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43A96-537C-445C-B1F3-BDEB3BBC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41922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2 · Que dados expõe?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93735-EAA9-4D4A-A251-C5A57548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81175"/>
            <a:ext cx="29337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As linhas e colunas adequadas ao público.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717D0-BFEF-4C37-A061-A9C415DF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76625"/>
            <a:ext cx="33337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5D1C1-DD97-4E98-94D9-DD9DFD35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76625"/>
            <a:ext cx="66675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668C6-B460-4327-93F3-8831EA4F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0997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3 · Deve aceitar escrita?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842B59-E2C7-4CCB-A9A1-BDA36787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71925"/>
            <a:ext cx="29337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Verificar correspondência e CHECK OPTION.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FC1B1-A279-4167-BEAF-FD6B7ECA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33337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40278-72AB-442B-8C2A-5B42C51D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66675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297BF9-AB7C-4A96-88C8-4F02440E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60997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4 · Quem pode usá-la?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DCD0C3-0C31-4594-9183-FB67FAD7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971925"/>
            <a:ext cx="29337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Conceder apenas os privilégios necessários.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FE3AFA-5216-4C28-B6ED-B37200C8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31908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6BB38E-B612-4604-8B6E-4ADD0DAE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05075"/>
            <a:ext cx="2714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CREATE VIEW ... AS SELECT ...;</a:t>
            </a:r>
          </a:p>
        </p:txBody>
      </p:sp>
    </p:spTree>
    <p:extLst>
      <p:ext uri="{BB962C8B-B14F-4D97-AF65-F5344CB8AC3E}">
        <p14:creationId xmlns:p14="http://schemas.microsoft.com/office/powerpoint/2010/main" val="3900161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2026-09-09T21:37:47.8590000Z</dcterms:created>
  <dcterms:modified xsi:type="dcterms:W3CDTF">2026-09-09T21:37:47.8590000Z</dcterms:modified>
</coreProperties>
</file>