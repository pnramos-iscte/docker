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bb8bc3d394f99" /><Relationship Type="http://schemas.openxmlformats.org/officeDocument/2006/relationships/extended-properties" Target="/docProps/app.xml" Id="R0f103f9c5faf4d35" /><Relationship Type="http://schemas.openxmlformats.org/officeDocument/2006/relationships/officeDocument" Target="/ppt/presentation.xml" Id="R3408046fafc845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cfdd0f0af418c"/>
  </p:sldMasterIdLst>
  <p:notesMasterIdLst>
    <p:notesMasterId xmlns:r="http://schemas.openxmlformats.org/officeDocument/2006/relationships" r:id="R22f300739e194dd5"/>
  </p:notesMasterIdLst>
  <p:sldIdLst>
    <p:sldId xmlns:r="http://schemas.openxmlformats.org/officeDocument/2006/relationships" id="256" r:id="Re740e8168e9a451d"/>
    <p:sldId xmlns:r="http://schemas.openxmlformats.org/officeDocument/2006/relationships" id="257" r:id="R02d07baa26b540ec"/>
    <p:sldId xmlns:r="http://schemas.openxmlformats.org/officeDocument/2006/relationships" id="258" r:id="R6c2cf632de644be9"/>
    <p:sldId xmlns:r="http://schemas.openxmlformats.org/officeDocument/2006/relationships" id="259" r:id="R1c42cf7c3820449e"/>
    <p:sldId xmlns:r="http://schemas.openxmlformats.org/officeDocument/2006/relationships" id="260" r:id="Ra793a667a0de4ad8"/>
    <p:sldId xmlns:r="http://schemas.openxmlformats.org/officeDocument/2006/relationships" id="261" r:id="Rbd296e94b9c14438"/>
    <p:sldId xmlns:r="http://schemas.openxmlformats.org/officeDocument/2006/relationships" id="262" r:id="R6b8529dd1fa646b1"/>
    <p:sldId xmlns:r="http://schemas.openxmlformats.org/officeDocument/2006/relationships" id="263" r:id="R6014a85047094218"/>
    <p:sldId xmlns:r="http://schemas.openxmlformats.org/officeDocument/2006/relationships" id="264" r:id="R4377c82bcc594cc3"/>
    <p:sldId xmlns:r="http://schemas.openxmlformats.org/officeDocument/2006/relationships" id="265" r:id="R502a52a5ad5345fe"/>
    <p:sldId xmlns:r="http://schemas.openxmlformats.org/officeDocument/2006/relationships" id="266" r:id="Rbeb9fe80172a42ae"/>
    <p:sldId xmlns:r="http://schemas.openxmlformats.org/officeDocument/2006/relationships" id="267" r:id="R5b32b513f642428b"/>
    <p:sldId xmlns:r="http://schemas.openxmlformats.org/officeDocument/2006/relationships" id="268" r:id="Rf6e44ef58dc74c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f396c319194d84" /><Relationship Type="http://schemas.openxmlformats.org/officeDocument/2006/relationships/slideMaster" Target="/ppt/slideMasters/slideMaster1.xml" Id="Ra1ecfdd0f0af418c" /><Relationship Type="http://schemas.openxmlformats.org/officeDocument/2006/relationships/notesMaster" Target="/ppt/notesMasters/notesMaster1.xml" Id="R22f300739e194dd5" /><Relationship Type="http://schemas.openxmlformats.org/officeDocument/2006/relationships/presProps" Target="/ppt/presProps.xml" Id="Rbf4d5021bc424c5a" /><Relationship Type="http://schemas.openxmlformats.org/officeDocument/2006/relationships/tableStyles" Target="/ppt/tableStyles.xml" Id="R5bd15091a29b47ed" /><Relationship Type="http://schemas.openxmlformats.org/officeDocument/2006/relationships/slide" Target="/ppt/slides/slide1.xml" Id="Re740e8168e9a451d" /><Relationship Type="http://schemas.openxmlformats.org/officeDocument/2006/relationships/slide" Target="/ppt/slides/slide2.xml" Id="R02d07baa26b540ec" /><Relationship Type="http://schemas.openxmlformats.org/officeDocument/2006/relationships/slide" Target="/ppt/slides/slide3.xml" Id="R6c2cf632de644be9" /><Relationship Type="http://schemas.openxmlformats.org/officeDocument/2006/relationships/slide" Target="/ppt/slides/slide4.xml" Id="R1c42cf7c3820449e" /><Relationship Type="http://schemas.openxmlformats.org/officeDocument/2006/relationships/slide" Target="/ppt/slides/slide5.xml" Id="Ra793a667a0de4ad8" /><Relationship Type="http://schemas.openxmlformats.org/officeDocument/2006/relationships/slide" Target="/ppt/slides/slide6.xml" Id="Rbd296e94b9c14438" /><Relationship Type="http://schemas.openxmlformats.org/officeDocument/2006/relationships/slide" Target="/ppt/slides/slide7.xml" Id="R6b8529dd1fa646b1" /><Relationship Type="http://schemas.openxmlformats.org/officeDocument/2006/relationships/slide" Target="/ppt/slides/slide8.xml" Id="R6014a85047094218" /><Relationship Type="http://schemas.openxmlformats.org/officeDocument/2006/relationships/slide" Target="/ppt/slides/slide9.xml" Id="R4377c82bcc594cc3" /><Relationship Type="http://schemas.openxmlformats.org/officeDocument/2006/relationships/slide" Target="/ppt/slides/slide10.xml" Id="R502a52a5ad5345fe" /><Relationship Type="http://schemas.openxmlformats.org/officeDocument/2006/relationships/slide" Target="/ppt/slides/slide11.xml" Id="Rbeb9fe80172a42ae" /><Relationship Type="http://schemas.openxmlformats.org/officeDocument/2006/relationships/slide" Target="/ppt/slides/slide12.xml" Id="R5b32b513f642428b" /><Relationship Type="http://schemas.openxmlformats.org/officeDocument/2006/relationships/slide" Target="/ppt/slides/slide13.xml" Id="Rf6e44ef58dc74c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a7c1c2f4f545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9d8312d04342a0" /><Relationship Type="http://schemas.openxmlformats.org/officeDocument/2006/relationships/notesMaster" Target="/ppt/notesMasters/notesMaster1.xml" Id="Rc26489b556c248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777087ced54c9a" /><Relationship Type="http://schemas.openxmlformats.org/officeDocument/2006/relationships/notesMaster" Target="/ppt/notesMasters/notesMaster1.xml" Id="R1a537501625c4d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094ead44864e41" /><Relationship Type="http://schemas.openxmlformats.org/officeDocument/2006/relationships/notesMaster" Target="/ppt/notesMasters/notesMaster1.xml" Id="Racb4f8e8b88b44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cd2950c5124627" /><Relationship Type="http://schemas.openxmlformats.org/officeDocument/2006/relationships/notesMaster" Target="/ppt/notesMasters/notesMaster1.xml" Id="Recb35a0c899148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da20f65a0a46eb" /><Relationship Type="http://schemas.openxmlformats.org/officeDocument/2006/relationships/notesMaster" Target="/ppt/notesMasters/notesMaster1.xml" Id="Rf151bc8ab5994b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ed75ed426848cf" /><Relationship Type="http://schemas.openxmlformats.org/officeDocument/2006/relationships/notesMaster" Target="/ppt/notesMasters/notesMaster1.xml" Id="R229bf1d1a10c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8566656d39435d" /><Relationship Type="http://schemas.openxmlformats.org/officeDocument/2006/relationships/notesMaster" Target="/ppt/notesMasters/notesMaster1.xml" Id="R06b5f575d4f249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c29584a961438f" /><Relationship Type="http://schemas.openxmlformats.org/officeDocument/2006/relationships/notesMaster" Target="/ppt/notesMasters/notesMaster1.xml" Id="R2b5bb48cb36c45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7962e398524a84" /><Relationship Type="http://schemas.openxmlformats.org/officeDocument/2006/relationships/notesMaster" Target="/ppt/notesMasters/notesMaster1.xml" Id="Rab763d33459747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9c7906369240d0" /><Relationship Type="http://schemas.openxmlformats.org/officeDocument/2006/relationships/notesMaster" Target="/ppt/notesMasters/notesMaster1.xml" Id="R384c6a2972c14d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d71ef855db46bf" /><Relationship Type="http://schemas.openxmlformats.org/officeDocument/2006/relationships/notesMaster" Target="/ppt/notesMasters/notesMaster1.xml" Id="Rd9b98ce09ed149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af832ef61f4d39" /><Relationship Type="http://schemas.openxmlformats.org/officeDocument/2006/relationships/notesMaster" Target="/ppt/notesMasters/notesMaster1.xml" Id="R5d5c9b3b2c0849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e61dcd3b0446c8" /><Relationship Type="http://schemas.openxmlformats.org/officeDocument/2006/relationships/notesMaster" Target="/ppt/notesMasters/notesMaster1.xml" Id="R18eddc81255a40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d108023b14f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a8860c68d74fef" /><Relationship Type="http://schemas.openxmlformats.org/officeDocument/2006/relationships/slideLayout" Target="/ppt/slideLayouts/slideLayout1.xml" Id="R29d57331cc7447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d57331cc7447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d81b8c2be43b7" /><Relationship Type="http://schemas.openxmlformats.org/officeDocument/2006/relationships/notesSlide" Target="/ppt/notesSlides/notesSlide1.xml" Id="R74698693229f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fb8f68e164d1f" /><Relationship Type="http://schemas.openxmlformats.org/officeDocument/2006/relationships/notesSlide" Target="/ppt/notesSlides/notesSlide2.xml" Id="R09423e51ca5942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8616f5e2343ff" /><Relationship Type="http://schemas.openxmlformats.org/officeDocument/2006/relationships/notesSlide" Target="/ppt/notesSlides/notesSlide3.xml" Id="R056af2661df44a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1898eb4234eed" /><Relationship Type="http://schemas.openxmlformats.org/officeDocument/2006/relationships/notesSlide" Target="/ppt/notesSlides/notesSlide4.xml" Id="Rb386c3a1d51441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1306c11b24d53" /><Relationship Type="http://schemas.openxmlformats.org/officeDocument/2006/relationships/notesSlide" Target="/ppt/notesSlides/notesSlide5.xml" Id="R95e4a3b3aba34d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5964b3bba4334" /><Relationship Type="http://schemas.openxmlformats.org/officeDocument/2006/relationships/notesSlide" Target="/ppt/notesSlides/notesSlide6.xml" Id="Rfdfbb3aec1d74c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1f31f2022413d" /><Relationship Type="http://schemas.openxmlformats.org/officeDocument/2006/relationships/notesSlide" Target="/ppt/notesSlides/notesSlide7.xml" Id="Rdbda1836523c4e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429a770c84a77" /><Relationship Type="http://schemas.openxmlformats.org/officeDocument/2006/relationships/notesSlide" Target="/ppt/notesSlides/notesSlide8.xml" Id="R8a12c988d0ae4c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021a751874262" /><Relationship Type="http://schemas.openxmlformats.org/officeDocument/2006/relationships/notesSlide" Target="/ppt/notesSlides/notesSlide9.xml" Id="Rd12ff158939847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984fbd22e4998" /><Relationship Type="http://schemas.openxmlformats.org/officeDocument/2006/relationships/notesSlide" Target="/ppt/notesSlides/notesSlide10.xml" Id="R4cc9d93ba71245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759114f1f4ae7" /><Relationship Type="http://schemas.openxmlformats.org/officeDocument/2006/relationships/notesSlide" Target="/ppt/notesSlides/notesSlide11.xml" Id="R651ee4d11d9c44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8098e3a144f1a" /><Relationship Type="http://schemas.openxmlformats.org/officeDocument/2006/relationships/notesSlide" Target="/ppt/notesSlides/notesSlide12.xml" Id="Rf05955328b0744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db17bd9d74217" /><Relationship Type="http://schemas.openxmlformats.org/officeDocument/2006/relationships/notesSlide" Target="/ppt/notesSlides/notesSlide13.xml" Id="Rc628331e088145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83B9F-08BC-440B-B011-84AC9C52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88F70-91CB-43C7-81A5-4B631DD7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029B7-A7BC-44CE-A972-94B16E94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D6D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D6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48EC2-1EF8-45CD-BFE3-07E696A5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Desenhar uma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rede social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5B730-3305-45F1-ADF3-58E08586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4E3E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4E3EB"/>
                </a:solidFill>
                <a:latin typeface="Aptos"/>
                <a:ea typeface="Aptos"/>
                <a:cs typeface="Aptos"/>
              </a:rPr>
              <a:t>Exercício resolvido, passo a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2E10C-67FD-415A-AD6E-6BA16DEC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285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B7F67-83D2-47DA-9DAE-F1D3CC09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283E7-CA40-46CD-B181-870124BF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7637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F469A-71A8-414D-A928-37586F5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BC580-801C-4A69-94C5-703FC55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11455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FBABF-F29E-43CE-BF95-EC0881ED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102 · Bruno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73664-A248-44E6-B4D4-94AC7A56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85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1CD9F-0A3C-42C6-9D90-5C58DEC4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86B5E-72C5-47F6-BE2D-18CC74E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6712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319BC-CD32-4A75-9784-FA0E19E0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501 · autor 101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8799A-B11B-4FA1-996D-081E92C5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7EF2C-764B-4044-BDB2-6D53845C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243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502 · autor 102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55B2D-7601-4778-8898-DDF990DF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Pedro Ramos</a:t>
            </a:r>
          </a:p>
        </p:txBody>
      </p:sp>
    </p:spTree>
    <p:extLst>
      <p:ext uri="{BB962C8B-B14F-4D97-AF65-F5344CB8AC3E}">
        <p14:creationId xmlns:p14="http://schemas.microsoft.com/office/powerpoint/2010/main" val="1384449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B9DF7-2228-44E2-8CAE-2069D15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0D220-691C-47A8-8918-872D3E33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4B55D-EFC6-4B26-84EC-37FD5BDD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52E2B-C1A6-4E80-A8D6-E5C1FDAE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Requisitos do sistema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E15E2-3AB9-49D3-BCF4-D0382D82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B8CF1-40F0-42C5-9F33-039C1CC6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7F76D-7347-41DF-9007-05A7899A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Conteúdo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13D40-AE3E-45D7-BAF8-CB5CE49A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Utilizadores publicam posts e escrevem comentários.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95EE2-DC85-469F-A187-6E4D4FA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38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255CE-A371-48D7-ABC1-D95AC910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38250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C3250-7B7C-448B-93DC-E19AF10F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3716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Reações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274D4-452F-4A35-B8C3-4658D84A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24025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Cada pessoa pode reagir a um post.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4521E-BF4C-44D9-BA71-77A03DF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09A5E-AC5B-4D7C-AB88-4B25A474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DD8A6-1850-47F9-A431-3635555C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716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Grupos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8699E-4429-4C7F-ACC7-79B2C404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24025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Utilizadores pertencem a grupos; cada grupo tem moderador.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BFC56-7D4E-4B12-935A-D5527E96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Cada tabela deve surgir de uma necessidade concreta e cada restrição deve impedir um estado inválido.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F1F8B-2CC6-4E5D-AF23-9ABCFD1F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82647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5CBA4-94AE-4154-993B-33DEFE18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F7A6D-CCA9-4BDD-B482-7772F0E7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F6694-7635-42DC-8302-579DA69B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E19F8-9063-4FDF-B8FC-5D8875C1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UTILIZADOR: nome não chega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3F624-4D97-472F-BD95-D0CD449E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37602-24F8-43B7-A769-42CCF35F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399E0-90E0-40C0-BB59-F859FE82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76375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DADOS POSSÍVEIS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1BEB3-8C9E-44C4-AE51-E6568D50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Ana · ana@rede.test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2D83A-F976-4280-A727-A680ACE4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14550"/>
            <a:ext cx="474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4AAAD-79C9-4B97-BD36-7C06710D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102 · Ana · outra@rede.test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84D0C-2781-4BBE-BC13-AB6B73D4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572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DF94E-F80D-42D3-89C4-E7264AD2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FA9E6-C3E5-418A-BB4D-0407E7C5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1447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DCA15-AE52-4172-91C7-AD050A01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669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Duas pessoas podem ter o mesmo nome.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FC4E8-CD52-4358-91FA-2D2543AC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572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E3096-5FEC-4584-850D-67292C8D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66675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A2EEF-23D1-4950-854C-912A98A7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432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Solução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B559E-FD32-4BF9-B395-B9BE481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95650"/>
            <a:ext cx="4210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 como PK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email como UNIQUE NOT NULL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8C4E4-7D39-4ED0-8DA8-F5EDBBA9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identidade deve ser estável e permitir referências noutras tabelas.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947E8-5A9E-4291-8DDD-EF22C58C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63388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1CBBF-CE4A-4A29-923C-0E96132B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6D10C-6EA5-4EBF-88DA-46019C9A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7EC4B-3BF8-47A0-9D2D-9DA990B2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30315-5205-47A0-8C7A-A8129FBB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POST: quatro alternativas antes da solução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629C6-1443-422E-8B87-00A325A0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6D9ED-3D4B-4D78-B31C-5F4BF2BE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58EC0-1A07-46C3-BF04-2589D69E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239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· Post em UTILIZADOR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D7830-0052-4C48-8C3D-B9609E99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764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Um segundo post substitui o primeiro.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89C81-6612-4012-9FF5-CC66A06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02EB8-2F56-4167-8EAE-E2B4F12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208B5-6406-4E48-90BF-2D30865F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239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 · post1, post2...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B8197-ED3E-4B3A-B3D9-765691C5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764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Cria um limite artificial e muitos NULL.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7AE48-2467-45AA-BCEC-A782528A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90625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93A55-715A-40B2-AE16-4F7849A8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C921D-E197-4889-9310-06343894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3239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 · Repetir utilizador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BA2BA-CFFC-4202-AFB4-C0D9B6B0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Nome e email ficam duplicados.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793B9-18B2-4887-B511-3724CB2E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90625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D0B49-95B7-48BD-9BA1-17EB49E9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7B3A7-8807-42B7-9B0A-8DA695C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239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 · Texto +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9E536-F77F-4F3B-8BB4-8A18AFB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764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Os valores podem repetir-se e formam uma referência incómoda.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F1D84-C3F9-4224-BE51-93448D37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62375"/>
            <a:ext cx="704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4632F7-8465-41E1-B9EA-B2B1BB6D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62375"/>
            <a:ext cx="7048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C333F-A989-4078-90AC-10EDFE12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10000"/>
            <a:ext cx="681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EXEMPLO QUE EXPÕE A DUPLICAÇÃO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171AE-E406-4822-8231-B32E7D6B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43375"/>
            <a:ext cx="681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Ana · Primeiro dia!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49AF5-B189-4E1F-881A-70972C83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448175"/>
            <a:ext cx="7029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CC9B4-EA16-4862-B7B2-57E61A6F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67225"/>
            <a:ext cx="681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Ana · Almoço?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D3715-AFE2-47A5-ACCB-4AD4A0D5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91075"/>
            <a:ext cx="681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Ana · Até amanhã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9D355D-5A1D-404E-A141-A036FBBF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08997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0602E-6307-4F38-9C91-BE9ABAD8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DCFB0-653A-419F-BAE5-49B2D220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9C0AF-11C9-4013-9A1B-A31BDF8F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CF8BC-B7D4-4263-A5A6-D965985E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POST: anonimato é uma decisão de requisitos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3D140-0203-42FD-B074-9B71033A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D5097-0322-4610-99F6-6C4F482C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62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B454C-5D77-4D15-A214-D4578445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A5AA6-3452-4AF7-9577-3307406A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501 · Primeiro dia! · autor 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97B78-141F-448C-8B2B-938B4111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14550"/>
            <a:ext cx="474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EC5F5-2D1B-4F78-841C-CF012BF6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502 · Cantina cheia · autor NULL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810B0-61D1-4C5A-BAD0-B83E624C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85875"/>
            <a:ext cx="4762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F44A0-0BDA-444E-BAD3-95F9CDA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8587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AEE63-6B70-42E2-8450-C5F72412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92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Posts anónimos permitidos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24989-BA7A-42AC-903F-A609DCD5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4400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autor_id aceita NULL. Perde-se a identidade do autor.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C314A-BD53-4BF3-A590-F26C571F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4762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D270B-7B71-4E6C-9373-120738DA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BA54A-5827-4AAD-BAF4-C58C3E95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37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Posts anónimos proibidos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FA925-E4C2-49C1-ABAA-7A523F2E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4400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autor_id é NOT NULL. Cada post tem um autor válido.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B4477-0DD6-4B29-98A6-2191EF7D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Solução: POST tem post_id como PK e autor_id como FK para UTILIZADOR.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C5701-F591-49F5-9127-103E9A79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93589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D947C-F932-4D6D-AD15-F0F37A86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2462A-1CE4-4CBA-AB3B-4BB99598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2338A-E9A0-4744-89FC-27FFDB0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79A40-C7C2-4A30-8B36-3B9EC960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COMENTÁRIO: a regra muda a chave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653FE-2377-447E-A69C-2E07786E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BC3B2-605A-48A1-83CF-1F2A0916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4762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93028-5203-44A3-89E7-7FC12837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DOIS COMENTÁRIOS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0691E-2004-46F6-93CC-C2FE8660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Concordo! · autor 101 · post 501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BB364-5A33-464D-89B9-8E429113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19300"/>
            <a:ext cx="474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98132-FB5B-4D66-BD5D-8DEC9880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Acrescento uma ideia · autor 101 · post 501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26993-E4FB-42D5-9A3C-9B5DB2B4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90625"/>
            <a:ext cx="542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C9587-8307-4C9F-88B5-E7372673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90625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6AF67-9B21-4C71-804E-0FFA7A36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323975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Vários comentários permitidos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129C5-1BF4-4C32-9208-613423D9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76400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comentario_id é a PK. O par autor-post pode repetir-se.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D4B28-D48C-4876-9BA8-978C3A0C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542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068B0-D9A4-4DEA-A168-1543B09A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51CA8-CF13-4370-AD38-55AEF2CD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766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 comentário por autor e post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6C6D4-738F-4D32-BD49-2886A811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29025"/>
            <a:ext cx="5067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(autor_id, post_id) é a PK composta. Um novo texto edita o comentário existente.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1142B-6F51-405F-8731-049B765B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3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estrutura depende da resposta à pergunta: pode a mesma pessoa comentar o mesmo post duas vezes?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8A8BA-2796-4E5D-A461-9340EABC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71235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FF5F9E-D4E8-4027-BA08-F579E813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663E4-6875-4D47-A9E9-C6ECD79A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98031-A738-4390-A67C-1BEA7727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D69ED-B16F-41BF-8EBC-002E142C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COMENTÁRIO liga três tabelas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5BA5B-725A-4286-BD81-CBBD44DB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619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93AE0-A3A1-461E-A360-C389338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6193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71115-7F30-436A-8BDC-1F3F37FB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390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893F1-53B3-4917-AD70-83345B0A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47875"/>
            <a:ext cx="2390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 · PK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5C344-E4AD-4F3B-B358-2C5E976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2600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284FA-150B-4468-A8A3-257501D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71725"/>
            <a:ext cx="2390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B7CB0-0756-4911-939E-AD762248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2390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432B9-C364-4ADA-89B4-F550A0C5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24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────▶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C20CB-5B6A-4353-B925-4C45364E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FK autor_id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000D3-C543-4E6D-9458-304327CD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285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6E95B-9DF1-456B-9C71-DADC81DC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DE188-E388-4D04-86F5-50BB43D4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COMENTÁRIO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04284-7381-4A83-94C2-A04B2012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comentario_id · PK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69A09-D230-46DF-AE39-E7A0A921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066925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E5E64-0B02-4571-8BBB-7311844C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859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autor_id · FK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CC39E-A78F-4DF7-B274-3346F259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98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post_id · FK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9D405-63D8-44A0-A7DF-4F16230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14625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CF81D-6446-46B1-A83A-E6551D52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336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D18F4-4AF0-4E66-95D3-B707CD9A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────▶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1872A-AB59-47C6-A21D-D8D55AC0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98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FK post_id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F6A9B-A512-451E-89C0-BBE29D51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66875"/>
            <a:ext cx="2238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A0A7A-A821-4A6F-9644-93F06557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66875"/>
            <a:ext cx="22383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425458-7458-423E-917E-786B2224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0"/>
            <a:ext cx="2009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D3CBD-DAED-4903-AF6C-F7A7EBA9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4787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post_id · PK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796780-7A5E-44E2-AD1A-EED77836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52675"/>
            <a:ext cx="2219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8F3271-A607-47E5-B795-588BFD7E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717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autor_id · FK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74639-3169-4B59-ACDA-DC942844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9557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BD6D46-CE98-4EE2-8607-8A5A1685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comentário guarda as chaves; nome do autor e texto do post obtêm-se por junção.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32D596-4ED6-46E5-B4EF-AC72951F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98165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6AB3B-7556-4EC0-94C9-6A51EB7B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ED056-809F-4D16-926E-883DC0B1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45A59-3544-438D-ADEC-9C198689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06AED-B759-44C1-A80B-93EC3CDF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LIKE: ausência não significa dislike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59F2C-A2CA-4D91-9952-4A12950C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095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BE5C2-FF22-4EE9-B3CF-F752AB4F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095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F6B38-60EA-444A-809A-602B3441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386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LIKE_POST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D6CDD-0907-41F0-88CA-C03161BA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post 501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AB7E7-5F0D-43C9-B6B8-B43DD3A2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14550"/>
            <a:ext cx="407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17CEF-8F82-4879-955F-4565F144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102 · post 501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80103-489C-4551-B698-02F52921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38250"/>
            <a:ext cx="561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9D783-E7A2-4637-B17F-6950D957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382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C3BB7-C080-47F2-8376-9B31547F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371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que sabemos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D8320-23ED-4E4C-AB8F-764ACF67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24025"/>
            <a:ext cx="5257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e 102 fizeram like no post 501.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D3DC8-5628-4542-B6FD-1433FF20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561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C2DB6-A917-4EB9-A7BB-0E26D59B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53379-003B-4C45-B717-66518BFC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3372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que não sabemos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CC4A5-36EB-47D9-AADA-11D76985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86150"/>
            <a:ext cx="525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 não existir uma linha para 103, não sabemos se não gostou, se não viu ou se não reagiu.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D1C32-9467-4C4F-BF56-17341C7A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PK (utilizador_id, post_id): uma pessoa só pode fazer like uma vez no mesmo post.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C592B-C781-41E0-9FE5-B5242D51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65052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C9895-43BB-4BE6-B6FC-AF448577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2939D-C724-44F8-BDBE-5A9AD7C6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28794-409D-4336-9578-2FF1C9A3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14CA4-26BD-4435-8B2C-B33C6203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DISLIKE e várias emoções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8995F-7AAE-407B-ABFB-04717869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5143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40C7E-6341-4DE5-B552-53F22F69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66675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CCF67-7BF9-4C29-BABB-B8FFFA5E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23975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reação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B6CD2-B190-4F2A-9036-46F4F427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7815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REAÇÃO_POST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PK (utilizador_id, post_id)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reacao = LIKE ou DISLIKE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B48F7-A515-4606-82BD-5F3ED360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90625"/>
            <a:ext cx="5143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6700E-424E-4DFE-A2C4-F3A9AA1E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90625"/>
            <a:ext cx="66675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61841-74B1-4EE8-B73F-614A9483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23975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Várias emoções simultâneas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DA265-F0D2-44AA-8A17-01461D83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76400"/>
            <a:ext cx="47815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EMOÇÃO_POST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PK (utilizador_id, post_id, emocao)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GOSTO, SURPRESA, TRISTEZA...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D64BB-ADCF-44D9-887E-2760DB19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0"/>
            <a:ext cx="7429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CEBAF-CEB4-48F3-929E-85160A6F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6FADB-5264-4456-9440-D5AA20F5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67125"/>
            <a:ext cx="720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DAFDB-D353-40BE-9539-50D8AEA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720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post 501 · GOSTO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B7489-42EA-464B-AC9F-A312F467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05300"/>
            <a:ext cx="741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7B3E1-54E4-4920-896C-CBA2B5A0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24350"/>
            <a:ext cx="720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post 501 · SURPRESA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07C96-AB9E-4B63-8A54-C211197A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48200"/>
            <a:ext cx="720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102 · post 501 · TRISTEZA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37C22-7EC9-43A8-84F5-A43755C4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7919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EDBF09-6462-498D-92A2-CC57286F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C6BB1-B489-4CA1-A2ED-819E9D78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5D9F2-1CFA-486C-9AAF-8CF056D7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461EE-332D-4392-A7BF-C655D43C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GRUPO: moderador_id em GRUPO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0C990-7B58-4932-8A74-CCE798C4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85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9F50E-F6F8-4BC6-B766-70BA6D70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762D1-E4E5-41D1-8104-1192BE9C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7162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4D13A-2F94-444E-AB18-2E64AA4F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Ana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8FDD6-C935-41F3-ADA4-1B4AF275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C08D6-21C7-469D-9DAA-045C224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28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102 · Bruno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60185-BC31-483E-B028-810BBB1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527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103 · Carla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2480F-E101-4BB8-97F1-9BD27CC3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40A66-3C11-4C69-98E0-CE797828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765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104 · Diogo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9373A-8523-479F-AC60-EF3D9BC0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────▶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A0645-8877-4F71-A444-BB10667C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193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FK moderador_id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D5356-421B-47D1-B992-F2CC87BE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24000"/>
            <a:ext cx="285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32A33-5F04-4A35-8864-DD212C88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2400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6F669-217F-426B-9D6B-D26537EE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57162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6626C-820F-4E92-AEAC-0CC940C9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050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 · Bases de Dados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1C356-54BA-4ACA-85F2-31E1F1CC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098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8377E-42FA-4673-91EB-879D011B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28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moderador_id = 104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F4CB6-6107-409C-AA73-2937BACE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9393E-3457-46CB-A13C-E71F16EA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593B6-F2BC-4774-8C1E-DBAC523D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7162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MEMBRO_GRUPO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2988F-5C20-4F28-B14C-8FA5237C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050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 · 101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FBDD0-B03B-4152-ADDA-8A8E11F2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098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3D518-7A08-4B4F-9585-13ED77A8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 · 102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F2660-DC3F-49A2-8651-B860737C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20 · 103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554B58-7EBC-4217-83EB-3930D2F5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43D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43D4D"/>
                </a:solidFill>
                <a:latin typeface="Aptos"/>
                <a:ea typeface="Aptos"/>
                <a:cs typeface="Aptos"/>
              </a:rPr>
              <a:t>A FK confirma que 104 existe, mas não confirma que pertence ao grupo 20.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3C7EAB-AEEE-4D05-BFC6-4645ABCA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67902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2EB36-9427-40BD-9E20-E0B5DB18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9E509-4686-4823-8AE2-CCB1BE0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9D83E-2D78-461E-A970-36ED2B23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7EA27-6D1A-403F-8550-F34977F1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GRUPO: booleano e duas FKs simples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36BF4-F2AB-40F2-A1B3-573D5BA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5143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CDE59-BA81-4A2F-9E9E-80C867D7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96948-F8DB-4B28-ADEB-68B33BC5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23975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Booleano e_moderador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BBBB0-8273-42B6-8BB0-367F0BA9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76400"/>
            <a:ext cx="4781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Grupo 20: dois membros com TRUE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Grupo 21: todos os membros com FALSE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Resultado: vários moderadores ou nenhum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2DC02-12CF-476D-B3BD-898056EC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90625"/>
            <a:ext cx="5143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60D4F-A59C-43AE-9D83-1B1CC374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906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72219-E356-4FBB-9A2E-7746656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323975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Duas FKs simples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93966-AE29-429A-BB22-801882BF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676400"/>
            <a:ext cx="4781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grupo_id encontra o grupo 20 numa linha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 encontra 104 noutra linha</a:t>
            </a:r>
          </a:p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 falso par (20, 104) pode passar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184BF-48A9-4645-A625-9D6C6C5A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7429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B13B1-D51B-4782-82D1-89CE6744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196DC-851F-4B35-9280-38A4581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05250"/>
            <a:ext cx="720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MEMBRO_GRUPO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16C01-A0AE-46FD-81FE-6214BC9B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38625"/>
            <a:ext cx="720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(20, 101) · 101 pertence ao grupo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9D7E5-2446-4E41-AC89-A3D86B4F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543425"/>
            <a:ext cx="741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D4292-7A8A-4D65-8461-50C2D888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62475"/>
            <a:ext cx="720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(21, 104) · 104 pertence ao grupo 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D5AB6-C327-4F7F-85DA-E49CCFA3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27468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5C091-FF48-4C1C-938E-8A88B281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D10AF-D6BC-4D70-8F49-335C337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A5D0E-9A16-44E4-B226-053B4C60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C1594-2079-4C50-A497-0C6EF16C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GRUPO: a FK composta verifica o par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292CD-A370-42A8-91EB-0E872AD3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571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0695F-A80F-40BF-B139-0BB45CDA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DBDF0-93FE-4A9E-93CF-C4043A50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2875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7C658-520E-4D06-9160-85BCC6C2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621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 · PK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E5A4B-E6E2-4D46-9B02-2A1ABA6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DA60B-638C-484F-83E1-14CAA6E0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E8225-8C3B-4628-9CEE-20A3B389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────▶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A2035-CE72-41BB-99E8-B0FA9FB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241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FK utilizador_id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468C2-F677-4909-8BD9-B51A18C8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8250"/>
            <a:ext cx="2952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B3EDD-E873-4B63-A019-4F37C73F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8250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637F1-2869-4DB8-92AC-16A840A9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28587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MEMBRO_GRUPO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BB162-67B7-441B-AA16-61549C4C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grupo_id · PK, FK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BB0F9-3D59-458A-9ED4-B466DFC9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240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59687-76C1-4E05-A971-3F2BFE30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 · PK, FK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83586-6C39-41BD-9B91-53BEC1FC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383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────▶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EC990-9815-4E26-A42C-28C2DC4A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FK grupo_id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EE55D-52A6-453A-A164-4CD8A37B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381125"/>
            <a:ext cx="2571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BCE5A-B7AA-4C74-A39B-CDD392A6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381125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002C5-9FA3-418C-B4B6-875AA02D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42875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334902-844E-4E2B-AA2F-207C6305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621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grupo_id · PK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F12D4-4969-4AAF-9326-D4B7E37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66925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C34B9-858D-4E45-84E7-0401616C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859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4EA07-FF4D-4416-9998-964B1407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4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D4C7FA-F4E1-4E8E-B554-CF7E9B12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FK composta (grupo_id, utilizador_id)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07B667-9FF0-4176-A439-6762FED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2762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D3B420-9F5D-4BFF-8EC8-169291D6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276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6BF49E-5D56-4170-9588-60FBFA20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81500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MODERADOR_GRUPO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95CEF-89E8-474B-9E08-68EFC48F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148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grupo_id · PK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9D60E-DC8A-4137-8684-FF1D1BDD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019675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7ECDF7-D6C2-4DA3-B0F5-014462F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3872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265B1-EDED-41E7-A433-E82A34CD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625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par · FK composta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0B4D12-C689-4DC5-965E-0186E9AA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(20, 102) é aceite; (20, 104) é recusado. A PK grupo_id impede dois moderadores no mesmo grupo.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0E8C95-E828-4E65-8662-0067484F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13682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74B3AE-161D-45B1-A24D-4A59B715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A6DC7-3709-4DC5-B497-30D73C67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EA506-8361-433D-87E2-16945D35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EXERCÍCIO · REDE SOCIAL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D6DFE-8EBB-45FA-A7F9-3388B271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 completo da rede social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8FE10-3566-49F7-BB13-7E3B24DC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A2224-6803-49BB-A05A-6CB90049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32F99-EC93-43DD-90DF-5B2FD671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382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75D75-00ED-45CB-8ED1-1B379CFA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716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 · PK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3979F-0253-40EB-8E5D-FD8A59D6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76425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84A80-7767-439E-85B7-A51AEB1F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954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EAB84-53D5-4371-ADBE-3C055DC8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193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6EB19-B679-44B9-9087-8DC3CE78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90625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95647-5851-4C3D-A05C-77CD67F9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90625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FCB27-E8A6-47D4-B45F-E14E2BE3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382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30238-E29A-48A8-9BD5-F2A1F335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716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post_id · PK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8F093-D162-4EF7-955F-68355C6E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76425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B830B-ACFD-4C0E-88D8-4D91E6BE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954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autor_id · FK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05C17-2DC0-44F5-811B-240F4DE5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193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E1138-9E94-488D-B42F-A51A538D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190625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613F1-E684-4B7C-81B7-366E0B30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190625"/>
            <a:ext cx="257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8BCF8-BF01-4A00-A292-76FD12F7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23825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COMENTÁRIO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3FBE8-712D-447D-898A-7227962B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716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comentario_id · PK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6EDFFC-D9D7-44A4-8FD2-C0C56922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76425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D04CD-5D2C-4E03-BDCC-76473827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954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autor_id · FK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6FFC7-84BE-47AD-8986-3EF6367C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2193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post_id ·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3B096-E6D0-461D-B68D-AB8F0D4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0625"/>
            <a:ext cx="27146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DA63D-739F-4FFC-A7E6-CB08DD80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0625"/>
            <a:ext cx="2714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DE114-C2CB-420C-A2C8-3ACDCA1A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38250"/>
            <a:ext cx="2486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EMOÇÃO_POST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A75646-847A-46D0-92E9-F7AE0291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71625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 · PK, FK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C75BB2-63ED-4E1D-A1DA-B2E1A994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76425"/>
            <a:ext cx="2695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6588F2-6A75-4743-B28B-46367987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95475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post_id · PK, FK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F8216E-EA67-4AA3-A37D-4102B443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19325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emocao · PK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3C2557-C071-48B9-A7BF-F884346A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1000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CE972B-AD43-4AEA-8D31-522E5DD0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10000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2A758-2B0F-4527-8929-2ABB3FD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85762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AD42E2-577F-43AF-9138-B0D6D3C7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1910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grupo_id · PK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C501EA-657D-41F7-B49D-3EEE4E8C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9580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799957-6316-4AB4-8A0E-6DB56825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5148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81E9E8-0F02-458E-9B00-1C1DDE1D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67125"/>
            <a:ext cx="266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D87625-33A8-4011-BC2D-7C84713B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67125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BF7822-B905-4B00-B06A-D787DE75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714750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MEMBRO_GRUPO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E42449-9C6D-4187-B149-3DE67BF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0481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grupo_id · PK, FK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B1A1AE-5177-4D24-85D4-610E4D5A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52925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5ADA1E-5261-4F0D-9691-1B982FE3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7197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 · PK, FK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B42025-7930-4AE8-88E3-BFD14ACE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67125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ECC0C5-9E1F-4CC9-A33B-C69ED6C8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67125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266E14-D020-4598-81E9-7EAF36CE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147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MODERADOR_GRUPO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F0A421-8FCC-49AE-8474-35F6AF30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481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grupo_id · PK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A4EADE-0C3D-407C-A9CC-B1248809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52925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B5F502-0469-4631-B04D-5627F51A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719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utilizador_id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63E3BD-1DA5-40FB-AB7A-21817DCF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958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par · FK composta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D96BDA-E232-4D72-A22D-6A85E8F1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 FKs ligam conteúdo, reações e pertença à identidade dos utilizadores.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459032-3B50-4861-9AE1-E284A9E4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25486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2026-09-08T22:37:16.1940000Z</dcterms:created>
  <dcterms:modified xsi:type="dcterms:W3CDTF">2026-09-08T22:37:16.1940000Z</dcterms:modified>
</coreProperties>
</file>