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4f5e7775af4ea4" /><Relationship Type="http://schemas.openxmlformats.org/officeDocument/2006/relationships/extended-properties" Target="/docProps/app.xml" Id="Rf3a65f06564944dd" /><Relationship Type="http://schemas.openxmlformats.org/officeDocument/2006/relationships/officeDocument" Target="/ppt/presentation.xml" Id="R1446faa053114d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0d4a22856749c1"/>
  </p:sldMasterIdLst>
  <p:notesMasterIdLst>
    <p:notesMasterId xmlns:r="http://schemas.openxmlformats.org/officeDocument/2006/relationships" r:id="R2d89effd64474cd0"/>
  </p:notesMasterIdLst>
  <p:sldIdLst>
    <p:sldId xmlns:r="http://schemas.openxmlformats.org/officeDocument/2006/relationships" id="256" r:id="Rbd14cccb3590481a"/>
    <p:sldId xmlns:r="http://schemas.openxmlformats.org/officeDocument/2006/relationships" id="257" r:id="R7bc7a77c1a6b47da"/>
    <p:sldId xmlns:r="http://schemas.openxmlformats.org/officeDocument/2006/relationships" id="258" r:id="Re099855ac09844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46934db5244f7c" /><Relationship Type="http://schemas.openxmlformats.org/officeDocument/2006/relationships/slideMaster" Target="/ppt/slideMasters/slideMaster1.xml" Id="R3c0d4a22856749c1" /><Relationship Type="http://schemas.openxmlformats.org/officeDocument/2006/relationships/notesMaster" Target="/ppt/notesMasters/notesMaster1.xml" Id="R2d89effd64474cd0" /><Relationship Type="http://schemas.openxmlformats.org/officeDocument/2006/relationships/presProps" Target="/ppt/presProps.xml" Id="Raa84dd94484a41aa" /><Relationship Type="http://schemas.openxmlformats.org/officeDocument/2006/relationships/tableStyles" Target="/ppt/tableStyles.xml" Id="Rbf1db87b486c43ba" /><Relationship Type="http://schemas.openxmlformats.org/officeDocument/2006/relationships/slide" Target="/ppt/slides/slide1.xml" Id="Rbd14cccb3590481a" /><Relationship Type="http://schemas.openxmlformats.org/officeDocument/2006/relationships/slide" Target="/ppt/slides/slide2.xml" Id="R7bc7a77c1a6b47da" /><Relationship Type="http://schemas.openxmlformats.org/officeDocument/2006/relationships/slide" Target="/ppt/slides/slide3.xml" Id="Re099855ac09844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962577fe944b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73b5201b4d4592" /><Relationship Type="http://schemas.openxmlformats.org/officeDocument/2006/relationships/notesMaster" Target="/ppt/notesMasters/notesMaster1.xml" Id="R72ad8e323ee64d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4712a09a9549d9" /><Relationship Type="http://schemas.openxmlformats.org/officeDocument/2006/relationships/notesMaster" Target="/ppt/notesMasters/notesMaster1.xml" Id="R1a424169e0a44d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a21715e40d4656" /><Relationship Type="http://schemas.openxmlformats.org/officeDocument/2006/relationships/notesMaster" Target="/ppt/notesMasters/notesMaster1.xml" Id="Rc2e2b864df6648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2e094c5d34d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4b54c957c34fa4" /><Relationship Type="http://schemas.openxmlformats.org/officeDocument/2006/relationships/slideLayout" Target="/ppt/slideLayouts/slideLayout1.xml" Id="R5cca741526dd48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ca741526dd48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2065dc0d34d4f" /><Relationship Type="http://schemas.openxmlformats.org/officeDocument/2006/relationships/notesSlide" Target="/ppt/notesSlides/notesSlide1.xml" Id="R3960bb5896ae4a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942023d334b52" /><Relationship Type="http://schemas.openxmlformats.org/officeDocument/2006/relationships/notesSlide" Target="/ppt/notesSlides/notesSlide2.xml" Id="R70ddbe1d33f841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2d1b57e684f08" /><Relationship Type="http://schemas.openxmlformats.org/officeDocument/2006/relationships/notesSlide" Target="/ppt/notesSlides/notesSlide3.xml" Id="Ra0171fbfc6bb4f4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2B3B0-51D6-45E7-8207-913BFDBF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DF232-B8ED-4C94-8723-1B38C25E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6E98F-7684-4E91-A1C5-D837E1F4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0D6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0D6D4"/>
                </a:solidFill>
                <a:latin typeface="Aptos"/>
                <a:ea typeface="Aptos"/>
                <a:cs typeface="Aptos"/>
              </a:rPr>
              <a:t>EXERCÍCIO DE MODELAÇÃO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9E669-3856-4B3D-93F0-9F414FCA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7620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Agenda de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Contactos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305FA-1B65-4958-96A6-2B2C03B2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7E4E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7E4EB"/>
                </a:solidFill>
                <a:latin typeface="Aptos"/>
                <a:ea typeface="Aptos"/>
                <a:cs typeface="Aptos"/>
              </a:rPr>
              <a:t>Modelar investigadores, áreas e percurso profissional.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24B4E-CA1A-498B-A089-DA3A89D4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Pedro Ramos</a:t>
            </a:r>
          </a:p>
        </p:txBody>
      </p:sp>
    </p:spTree>
    <p:extLst>
      <p:ext uri="{BB962C8B-B14F-4D97-AF65-F5344CB8AC3E}">
        <p14:creationId xmlns:p14="http://schemas.microsoft.com/office/powerpoint/2010/main" val="2797845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0915B1-6A5A-4B93-A2AA-79A478BE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354E0-87FC-40E2-9490-6D8CDE7D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A48DB-F6BC-462D-8C5A-5F3B1B1C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 que deve ser guardado?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6D364-06DB-46F8-BF31-A7E60204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11001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108B8-E402-4A28-A7A7-B00DA8B2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365D7-6D3D-4804-B2A9-216E723E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88E95-046B-4356-88F7-D98BFFD6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43025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Investigador: nome, morada, grau académico e naturalidade (país).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E99C0-F859-4E4F-8A2A-0E91B040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1001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68FD7-A508-40F9-9938-6BCB1148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07647-7F04-44DA-A1E4-98B7F64E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5B0A3-35E8-4074-A26B-C1546D17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As áreas científicas em que cada investigador trabalha.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823EE-B041-4F05-BBC0-6736B4D1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1001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DFEBF-1584-454D-9E63-DA3EE25B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0FA48-63A4-4003-A3C2-240F212F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8C1A5-5648-4689-8A8A-4153AAC8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14775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Os organismos e os períodos em que trabalhou; pode regressar ao mesmo organismo.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E440B-1E87-4BF7-AD46-2ED6081A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626281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88EC98-D443-411D-831B-FD8E16AF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3465A-A3A7-4077-9F7B-447496C0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5A91A-A785-4520-87F3-018F5C40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 desafio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93BB7-22EF-43C0-9C74-8153ABBA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11001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C3D7C-6DE8-4156-AA0D-C47763F9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785BB-0007-4130-9DC2-686CE839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19713-DD9F-497C-83E4-C1E34E7F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43025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Crie o modelo relacional e identifique as PK e FK.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90F9C-0130-499F-A734-12DBE7BA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1001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38D81-00E7-40E8-8BC2-56079EB3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13115-C9F3-4E98-9133-029D5830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63EB5-A688-49A8-8B42-647BDAF3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Decida como representar graus académicos e relações N–N.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1999B-8AA3-4179-AE2E-A349CBDC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1001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9126B-7228-4F9E-975A-089DAF6D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07AA7-9982-4148-BF75-EB138879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3A67A-30F8-4674-A28C-CB529352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14775"/>
            <a:ext cx="966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Garanta vários períodos no mesmo organismo. A resolução não está incluída nestes slides.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1EB53-2362-4969-BC69-950C0480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0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8360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2026-09-12T14:53:14.7880000Z</dcterms:created>
  <dcterms:modified xsi:type="dcterms:W3CDTF">2026-09-12T14:53:14.7880000Z</dcterms:modified>
</coreProperties>
</file>