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e6b1d7cf83420c" /><Relationship Type="http://schemas.openxmlformats.org/officeDocument/2006/relationships/extended-properties" Target="/docProps/app.xml" Id="Re037808ba6a1499b" /><Relationship Type="http://schemas.openxmlformats.org/officeDocument/2006/relationships/officeDocument" Target="/ppt/presentation.xml" Id="R7b9d7d64678049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9f7c6f8e8f4d56"/>
  </p:sldMasterIdLst>
  <p:notesMasterIdLst>
    <p:notesMasterId xmlns:r="http://schemas.openxmlformats.org/officeDocument/2006/relationships" r:id="R844dbae984d342f8"/>
  </p:notesMasterIdLst>
  <p:sldIdLst>
    <p:sldId xmlns:r="http://schemas.openxmlformats.org/officeDocument/2006/relationships" id="256" r:id="R11624733b9284da9"/>
    <p:sldId xmlns:r="http://schemas.openxmlformats.org/officeDocument/2006/relationships" id="257" r:id="R2a245e71bfdd4bc5"/>
    <p:sldId xmlns:r="http://schemas.openxmlformats.org/officeDocument/2006/relationships" id="258" r:id="Rdf025eee5ef64d70"/>
    <p:sldId xmlns:r="http://schemas.openxmlformats.org/officeDocument/2006/relationships" id="259" r:id="R5938289d1fd34138"/>
    <p:sldId xmlns:r="http://schemas.openxmlformats.org/officeDocument/2006/relationships" id="260" r:id="R87db375f06164215"/>
    <p:sldId xmlns:r="http://schemas.openxmlformats.org/officeDocument/2006/relationships" id="261" r:id="Ra85be3a6d71343f3"/>
    <p:sldId xmlns:r="http://schemas.openxmlformats.org/officeDocument/2006/relationships" id="262" r:id="R43d33646ab204af9"/>
    <p:sldId xmlns:r="http://schemas.openxmlformats.org/officeDocument/2006/relationships" id="263" r:id="Rb44feb538d77478f"/>
    <p:sldId xmlns:r="http://schemas.openxmlformats.org/officeDocument/2006/relationships" id="264" r:id="Ra72c57f9d5ce4a5d"/>
    <p:sldId xmlns:r="http://schemas.openxmlformats.org/officeDocument/2006/relationships" id="265" r:id="Rfbfc6d1e004f49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ce0af7e4824ce1" /><Relationship Type="http://schemas.openxmlformats.org/officeDocument/2006/relationships/slideMaster" Target="/ppt/slideMasters/slideMaster1.xml" Id="R9f9f7c6f8e8f4d56" /><Relationship Type="http://schemas.openxmlformats.org/officeDocument/2006/relationships/notesMaster" Target="/ppt/notesMasters/notesMaster1.xml" Id="R844dbae984d342f8" /><Relationship Type="http://schemas.openxmlformats.org/officeDocument/2006/relationships/presProps" Target="/ppt/presProps.xml" Id="R2bbc9358a3f84f40" /><Relationship Type="http://schemas.openxmlformats.org/officeDocument/2006/relationships/tableStyles" Target="/ppt/tableStyles.xml" Id="R8dd5f3cccbf3481c" /><Relationship Type="http://schemas.openxmlformats.org/officeDocument/2006/relationships/slide" Target="/ppt/slides/slide1.xml" Id="R11624733b9284da9" /><Relationship Type="http://schemas.openxmlformats.org/officeDocument/2006/relationships/slide" Target="/ppt/slides/slide2.xml" Id="R2a245e71bfdd4bc5" /><Relationship Type="http://schemas.openxmlformats.org/officeDocument/2006/relationships/slide" Target="/ppt/slides/slide3.xml" Id="Rdf025eee5ef64d70" /><Relationship Type="http://schemas.openxmlformats.org/officeDocument/2006/relationships/slide" Target="/ppt/slides/slide4.xml" Id="R5938289d1fd34138" /><Relationship Type="http://schemas.openxmlformats.org/officeDocument/2006/relationships/slide" Target="/ppt/slides/slide5.xml" Id="R87db375f06164215" /><Relationship Type="http://schemas.openxmlformats.org/officeDocument/2006/relationships/slide" Target="/ppt/slides/slide6.xml" Id="Ra85be3a6d71343f3" /><Relationship Type="http://schemas.openxmlformats.org/officeDocument/2006/relationships/slide" Target="/ppt/slides/slide7.xml" Id="R43d33646ab204af9" /><Relationship Type="http://schemas.openxmlformats.org/officeDocument/2006/relationships/slide" Target="/ppt/slides/slide8.xml" Id="Rb44feb538d77478f" /><Relationship Type="http://schemas.openxmlformats.org/officeDocument/2006/relationships/slide" Target="/ppt/slides/slide9.xml" Id="Ra72c57f9d5ce4a5d" /><Relationship Type="http://schemas.openxmlformats.org/officeDocument/2006/relationships/slide" Target="/ppt/slides/slide10.xml" Id="Rfbfc6d1e004f49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e9f7762e324b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f18f82e9e41ed" /><Relationship Type="http://schemas.openxmlformats.org/officeDocument/2006/relationships/notesMaster" Target="/ppt/notesMasters/notesMaster1.xml" Id="R56286031671c49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efa8534144867" /><Relationship Type="http://schemas.openxmlformats.org/officeDocument/2006/relationships/notesMaster" Target="/ppt/notesMasters/notesMaster1.xml" Id="R82ed712d3b4748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394701aa2e4b87" /><Relationship Type="http://schemas.openxmlformats.org/officeDocument/2006/relationships/notesMaster" Target="/ppt/notesMasters/notesMaster1.xml" Id="Ra53ddf34d24449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b0c627c236445c" /><Relationship Type="http://schemas.openxmlformats.org/officeDocument/2006/relationships/notesMaster" Target="/ppt/notesMasters/notesMaster1.xml" Id="R2397e94fe2aa4d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47477c238a4dd8" /><Relationship Type="http://schemas.openxmlformats.org/officeDocument/2006/relationships/notesMaster" Target="/ppt/notesMasters/notesMaster1.xml" Id="R78f8d7f30a8041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66b7455bf94870" /><Relationship Type="http://schemas.openxmlformats.org/officeDocument/2006/relationships/notesMaster" Target="/ppt/notesMasters/notesMaster1.xml" Id="R9048508f2d4e45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e923a257004fea" /><Relationship Type="http://schemas.openxmlformats.org/officeDocument/2006/relationships/notesMaster" Target="/ppt/notesMasters/notesMaster1.xml" Id="R70501a6b5bb949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973afd0bbd41ad" /><Relationship Type="http://schemas.openxmlformats.org/officeDocument/2006/relationships/notesMaster" Target="/ppt/notesMasters/notesMaster1.xml" Id="R3ce1f2a9206549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89e37b2e4247dc" /><Relationship Type="http://schemas.openxmlformats.org/officeDocument/2006/relationships/notesMaster" Target="/ppt/notesMasters/notesMaster1.xml" Id="Rb0b6aef8c9734e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1f23923ef8460f" /><Relationship Type="http://schemas.openxmlformats.org/officeDocument/2006/relationships/notesMaster" Target="/ppt/notesMasters/notesMaster1.xml" Id="R4cfc6f8282f743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811c836174d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de402f21444a69" /><Relationship Type="http://schemas.openxmlformats.org/officeDocument/2006/relationships/slideLayout" Target="/ppt/slideLayouts/slideLayout1.xml" Id="R35940f9af09f46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940f9af09f46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58e9d724543a2" /><Relationship Type="http://schemas.openxmlformats.org/officeDocument/2006/relationships/notesSlide" Target="/ppt/notesSlides/notesSlide1.xml" Id="R1fccb42ef3b747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9fc90290a47c0" /><Relationship Type="http://schemas.openxmlformats.org/officeDocument/2006/relationships/notesSlide" Target="/ppt/notesSlides/notesSlide2.xml" Id="R36492265bf1347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67b80b24145d9" /><Relationship Type="http://schemas.openxmlformats.org/officeDocument/2006/relationships/notesSlide" Target="/ppt/notesSlides/notesSlide3.xml" Id="R4ea1089a389c49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f366815b5486f" /><Relationship Type="http://schemas.openxmlformats.org/officeDocument/2006/relationships/notesSlide" Target="/ppt/notesSlides/notesSlide4.xml" Id="Rad738742a02b4a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6326ec2be4054" /><Relationship Type="http://schemas.openxmlformats.org/officeDocument/2006/relationships/notesSlide" Target="/ppt/notesSlides/notesSlide5.xml" Id="Rec5c2a4fe27b4c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67b3c03d04ef7" /><Relationship Type="http://schemas.openxmlformats.org/officeDocument/2006/relationships/notesSlide" Target="/ppt/notesSlides/notesSlide6.xml" Id="Rbc342ae86bb04e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d285c4cf04782" /><Relationship Type="http://schemas.openxmlformats.org/officeDocument/2006/relationships/notesSlide" Target="/ppt/notesSlides/notesSlide7.xml" Id="Rbd27f2c99eb64c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cb6dee5264fcc" /><Relationship Type="http://schemas.openxmlformats.org/officeDocument/2006/relationships/image" Target="/ppt/media/image.png" Id="Re98dce9bc06c4c1d" /><Relationship Type="http://schemas.openxmlformats.org/officeDocument/2006/relationships/notesSlide" Target="/ppt/notesSlides/notesSlide8.xml" Id="R259a7a85cc9e42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e93cc42e042f0" /><Relationship Type="http://schemas.openxmlformats.org/officeDocument/2006/relationships/notesSlide" Target="/ppt/notesSlides/notesSlide9.xml" Id="R1afd7a36b9ec4a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4b69d23e94a14" /><Relationship Type="http://schemas.openxmlformats.org/officeDocument/2006/relationships/notesSlide" Target="/ppt/notesSlides/notesSlide10.xml" Id="R697e433fef1543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D54F1-FBBD-4FD3-952E-D47390E6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3E074-2054-4BB4-9693-7A5E15A1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D2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6535C-518C-451A-B0DD-E63ED7E1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ÍNDICES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D1444-5B97-4921-827F-8432C51B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5764B-B498-4707-A76F-60E723EE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BASES DE DADOS · TUTORIAL INTERATIVO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39958-7AEB-4911-BBF6-043A959F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Aprender Índices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1BCEF-641F-432C-AF69-CE2A317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286125" cy="6096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475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E0EED-9040-4557-AE85-0111033A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Autor: Pedro Ramos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9D4DF-2F5B-4437-B3C0-771E0DA6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5E3E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5E3EA"/>
                </a:solidFill>
                <a:latin typeface="Aptos"/>
                <a:ea typeface="Aptos"/>
                <a:cs typeface="Aptos"/>
              </a:rPr>
              <a:t>Como acelerar pesquisas sem criar índices às cegas</a:t>
            </a:r>
          </a:p>
        </p:txBody>
      </p:sp>
    </p:spTree>
    <p:extLst>
      <p:ext uri="{BB962C8B-B14F-4D97-AF65-F5344CB8AC3E}">
        <p14:creationId xmlns:p14="http://schemas.microsoft.com/office/powerpoint/2010/main" val="15362412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E73C8-4937-4F66-A6CC-45C1FB61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02969-F82F-4E60-96A5-497E2D34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17D6F-5CA9-4A1C-8AAF-9A330236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3E332-A28A-483F-B34F-F2450580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índice como estrutura auxiliar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6B33A-4807-40D3-BD77-8FF0588F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02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3425-F839-4A54-982D-D9F9A4E5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3714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15ABA-D60A-4C00-A6B8-E125F6F9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D2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6408D-CC38-455C-94EC-75FB32E3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Tabela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3FC98-4079-4EFF-95DB-E3E534C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Guarda todas as colunas e todas as linhas. Pode ter milhões de registos.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A62B1-705D-46F9-A539-9E136D06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90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F99DA-29C3-47F8-94B0-9B91936D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906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F22F2-BDA3-4364-92D3-DF19853A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3049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Índice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CF732-47CE-4AB0-B607-FECC1F56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685925"/>
            <a:ext cx="276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Guarda chaves ordenadas e referências para localizar as linhas.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621D8-4111-4A20-960F-2BC78B5B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90625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C928A-523B-4329-809E-3E926EEE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9062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BBE7F-7A61-46CC-8070-48EB280A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049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Pesquisa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2AFDC-813B-4765-979C-2D7BB07D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85925"/>
            <a:ext cx="295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árvore B evita percorrer a tabela inteira quando a pesquisa é seletiva.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ED497-5F20-48AE-8A52-D78057E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7429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42A79-AE8F-4109-9C75-D17AAB9A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86175"/>
            <a:ext cx="6972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CREATE INDEX ix_ano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ON namebasics (birthYear);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B95A4-EAB2-4FB0-B9BA-BC3D26F2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23B5D-D165-49FC-8B1C-C4724FED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 índice acelera algumas leituras, mas ocupa espaço e torna as escritas mais trabalhosas.</a:t>
            </a:r>
          </a:p>
        </p:txBody>
      </p:sp>
    </p:spTree>
    <p:extLst>
      <p:ext uri="{BB962C8B-B14F-4D97-AF65-F5344CB8AC3E}">
        <p14:creationId xmlns:p14="http://schemas.microsoft.com/office/powerpoint/2010/main" val="8179405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28E62-5EBE-4F70-9E21-35F802D9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36484-B129-4E25-8000-82C011F5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32704-F316-412D-B97D-E727DE4B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BF903-9B64-4B2C-99EB-C1E3D816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árvore B não guarda apenas intervalos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A6198-F14F-4518-970B-E9D6B554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03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D4D32-08AF-42BC-857B-F795827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143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NÓ SUPERIOR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0164A-CDC3-4101-850D-CA1A4741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76375"/>
            <a:ext cx="3619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C436E-0756-4462-B09F-70B42A1B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&lt; 1980   |   1980–1999   |   ≥ 2000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06034-70AA-4E8D-8F68-1C8A3D0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orienta a descida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7A551-C6A4-4682-867E-415BD473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10763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DF4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C7E99-5ED4-4F70-99A2-6A64E12E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FOLHAS DO ÍNDICE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11199-27A5-42D0-8137-959F5A2D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… 1979 → PK 42   |   1980 → PK 81   |   1980 → PK 96   |   1981 → PK 117 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8190E-740E-4CB9-A63A-5C86D96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6F75B-7AA4-4C39-97BE-21D00837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439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tabela com milhões de linhas terá aproximadamente milhões de entradas nas folhas. Cada entrada é estreita: valor indexado e referência à linha.</a:t>
            </a:r>
          </a:p>
        </p:txBody>
      </p:sp>
    </p:spTree>
    <p:extLst>
      <p:ext uri="{BB962C8B-B14F-4D97-AF65-F5344CB8AC3E}">
        <p14:creationId xmlns:p14="http://schemas.microsoft.com/office/powerpoint/2010/main" val="6360828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3EC60-7DC6-4A38-941D-C3A36135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54074-2FC6-4DAF-8223-2B62B884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0E40B-CBBD-4C9C-99E8-D0227434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517EC-952B-4796-9FC1-AD4DBC73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Dois exemplos na base pública do IMDb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A816D-BF88-4C9C-8745-63D70126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04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B7C3C-8C22-4CE0-8F2A-CBC6342A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5286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DDCD3-9046-4B8E-B226-1F6399B0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352550"/>
            <a:ext cx="48291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SELECT COUNT(*) FROM namebasics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WHERE birthYear = 1980;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C6A43-DA81-42E3-AD33-E6FE830D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90625"/>
            <a:ext cx="5286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12F69-B888-4C8D-B465-F5E8472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48291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SELECT * FROM namebasics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WHERE primaryName = 'Woody Allen';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92BEC-3F4A-4AE0-9FA8-003B1295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3FCF8-B57E-47FF-944C-93FDB450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374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E8CD7-BD22-49C1-AB68-08D5C4A9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28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Sem índice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7AEAE-E4E5-4877-8186-EB4C99EA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0992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10,2209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E3CD7-D9F3-4865-BD17-E8C3B668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F5E9C-838F-410E-9794-142AD0B1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E3FE1-F312-462A-A20A-21EDF566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28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 índice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C7569-6419-47B0-9F77-FF07131D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992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0,0026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B7C36-61A8-4457-A5CC-E89F5514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94EFB-9C13-416B-83A4-1D8493BE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374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DABDA-2DE6-44A3-8CE2-41EC710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28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Sem índice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9C244-39AD-4BE7-9F81-20A8333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992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10,2611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93C07-8CC0-4DF1-BFB4-F7B06A93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F4742-52B7-4929-A1DF-B76E62FB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273B5-5111-4DC9-8865-3AFA4AE4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28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 índice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81575-EF6F-4986-9896-051CD429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209925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0,0262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91E36-9F82-47C2-BF33-39B1BAE7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4403C-3F44-4C40-87C4-A549E701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Compare a mesma consulta nos mesmos dados. A cache e o equipamento também influenciam o tempo.</a:t>
            </a:r>
          </a:p>
        </p:txBody>
      </p:sp>
    </p:spTree>
    <p:extLst>
      <p:ext uri="{BB962C8B-B14F-4D97-AF65-F5344CB8AC3E}">
        <p14:creationId xmlns:p14="http://schemas.microsoft.com/office/powerpoint/2010/main" val="13407712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1E1EC-5733-486E-BC67-76985914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F1730-37B6-4E57-9A25-7B34B8CD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78D6B-BB5B-4138-B1F3-F8976622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2D4BA-7AA4-4536-BF6B-12C44F0A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Como decidir que índice criar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2EF32-35A5-4AD0-99E6-F7B2109C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05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21E5B-479A-411E-9C9B-AA5FCADB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33813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D111A-1743-4621-9030-BE3143D8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DC18C-E221-4E6A-B44D-64CD392E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1. Consultas reais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5FE66-8022-4AE0-A8E4-D99D3765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Procure colunas usadas repetidamente em WHERE e JOIN.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A9266-004A-4973-8CED-18D7D5BD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43000"/>
            <a:ext cx="33813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7392D-9E93-49B2-B40D-A284FA5F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43000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D2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F2D8B-5179-4812-9EB9-7DC13821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2573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2. Seletividade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D3F4D-CE2B-4406-B030-41B1BB00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38300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Prefira valores que reduzam muito o número de linhas candidatas.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E460B-F25A-4113-871C-E443372F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43000"/>
            <a:ext cx="33813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EC8EC-EC00-4189-8EB3-F968D1A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43000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A74C5-9B5B-4C83-AB61-F9D1AC69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2573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3. Confirmação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8398D-F111-417A-A97A-DCEC3FDC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38300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EXPLAIN e compare antes e depois com dados reais.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A6502-E1EE-4B66-8FF3-34D36C9B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24250"/>
            <a:ext cx="723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32301-1A74-4428-A44B-AED033E1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86175"/>
            <a:ext cx="678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CREATE INDEX ix_pessoas_apelido_nome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ON pessoas (apelido, nome);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B3FFC-01A0-4571-8DC8-328747C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6824D-8E53-4C6C-8B4A-28DF04A6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Não crie índices em todas as colunas. Cada índice ocupa espaço e precisa de manutenção.</a:t>
            </a:r>
          </a:p>
        </p:txBody>
      </p:sp>
    </p:spTree>
    <p:extLst>
      <p:ext uri="{BB962C8B-B14F-4D97-AF65-F5344CB8AC3E}">
        <p14:creationId xmlns:p14="http://schemas.microsoft.com/office/powerpoint/2010/main" val="10906422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E1DC1-DD2C-4FD6-A535-AAD3DA86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3E72A-AF25-435B-B056-3F4825B9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2DACB-53BD-427A-8A62-799519F5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6091F-2B9B-4258-83FD-36779B6A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regra da esquerda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485A9-4C8E-461E-B7D5-ED42A47A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06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FB85D-F12C-4FCE-9F1E-5B498E57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Lista ordenada por apelido e depois por nome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D26D1-7C31-4F24-8BAF-6FFBF78B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429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Almeida · Ana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Almeida · Rui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Silva · Ana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Silva · Bruno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Silva · Marta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Sousa · 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150B6-2248-4250-8B77-91996AB2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31908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C62C3-B4F7-4D02-A883-236FD186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D8E90-FBBA-402A-937F-D0E8E068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81175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índice ajuda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52DA9-693C-408F-9947-0B256788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2175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WHERE apelido = 'Silva'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WHERE apelido = 'Silva'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AND nome = 'Ana'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E76A6-E47C-4AF4-A53E-64C0E704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31908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ABF19-0923-4019-AF13-F4A1D3D3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66675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374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76956-7EC8-4368-962D-55BE492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81175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Não salta diretamente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78BC5-49A1-45BF-BA7B-E17ECC3F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62175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WHERE nome = 'Ana'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As Anas estão espalhadas por todos os apelidos.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39372-77C8-435B-AD41-A818DB7B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BF592-5617-406E-8CC7-992DFD98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043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(apelido, nome) e (nome, apelido) são índices diferentes. A pesquisa começa pela coluna mais à esquerda.</a:t>
            </a:r>
          </a:p>
        </p:txBody>
      </p:sp>
    </p:spTree>
    <p:extLst>
      <p:ext uri="{BB962C8B-B14F-4D97-AF65-F5344CB8AC3E}">
        <p14:creationId xmlns:p14="http://schemas.microsoft.com/office/powerpoint/2010/main" val="17498702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453C8-2721-43EC-9E2F-4297BC43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31071-2EB4-4A0D-BCAF-120D9C88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BB3B7-9CC3-4749-B4BE-42A683B0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ÍNDICES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DB63D-96A9-471E-B2CB-F96EDD88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 mostra o plano escolhido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3B1CD-EECB-4E01-A371-1D81FC2D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07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48281-2E68-495E-A5EA-91CA0D13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5619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B8C42-3D34-47CB-8FAE-58338CCC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304925"/>
            <a:ext cx="51625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EXPLAIN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SELECT *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FROM flights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WHERE ORIGIN_AIRPORT = 'ALB'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  AND DESTINATION_AIRPORT = 'ATL';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DF90A-BDBA-43A1-9F25-A94C5A72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C77FB-E282-426F-A38A-1C1199BC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374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F409E-ECD8-4A44-AB8B-DFDCDEF8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57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D6477-B933-4887-8A60-60B48903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383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35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ALL indica leitura integral. ref ou range revelam acesso mais seletivo.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12CE9-541B-4F36-AF90-6D260F5A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143000"/>
            <a:ext cx="2428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EF7CD-BFB1-4FA9-BE50-CE5F87C5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1430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230B6-9C50-4FDE-8677-D5C79552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2573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possible_keys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B7935-7201-4C93-9351-7E69100B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6383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Índices que poderiam ajudar.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F6CE1-2667-49E2-A062-4622DE9D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3E890-5323-4CA5-9B58-220ABB65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85AD6-590F-4D87-AC1E-ED862851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67ED2-E123-40BD-A84C-EB85B4C6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623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Índice efetivamente escolhido.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5CB43-ABC1-4CFC-9659-5E9EFDF6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2428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28C75-A67D-4B08-BCDF-1FAC96C9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D2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D386EA-B393-4F96-BC1E-3AD59FA1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813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1A679-33B1-4401-9A46-BEBE3E9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6230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Número estimado de linhas examinadas.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9825B-519E-46C5-9061-D04A6527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F0A32-A75A-450E-9649-28E7063D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Criar um índice não obriga o MySQL a utilizá-lo.</a:t>
            </a:r>
          </a:p>
        </p:txBody>
      </p:sp>
    </p:spTree>
    <p:extLst>
      <p:ext uri="{BB962C8B-B14F-4D97-AF65-F5344CB8AC3E}">
        <p14:creationId xmlns:p14="http://schemas.microsoft.com/office/powerpoint/2010/main" val="10679685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A355E-E10E-403A-B240-6F77A185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00D17-F4BE-4515-A412-566CC63E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CC0CF-3AAA-4DC9-87B0-83D3AA6E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EXERCÍCIO · BASE DE CANCELAMENTOS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7A7ED-77F3-4917-BFC4-3B5F30B9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Antes dos exercícios: investiga esta anomalia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3D756-18AB-4F4F-AB9E-035B32AB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08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044F9-8409-4ED0-A30A-5893CF12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1144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E24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6EDFF-CE5D-4500-9825-15A29378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162050"/>
            <a:ext cx="10687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SELECT *, LENGTH(ORIGIN_AIRPORT), LENGTH(DESTINATION_AIRPORT)</a:t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FROM flights LIMIT 10;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AF5F7"/>
                </a:solidFill>
                <a:latin typeface="Aptos Mono"/>
                <a:ea typeface="Aptos Mono"/>
                <a:cs typeface="Aptos Mono"/>
              </a:rPr>
              <a:t>SELECT * FROM airports WHERE LENGTH(IATA_CODE) = 4;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dce9bc06c4c1d"/>
          <a:stretch xmlns:a="http://schemas.openxmlformats.org/drawingml/2006/main"/>
        </p:blipFill>
        <p:spPr>
          <a:xfrm xmlns:a="http://schemas.openxmlformats.org/drawingml/2006/main">
            <a:off x="3007770" y="2619375"/>
            <a:ext cx="617646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BF471-42B6-4237-BDA9-D2D15873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858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4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910E1-7478-4ABD-9CEB-3D317D6B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1043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Não achas que há aqui qualquer coisa estranha? Investiga antes de responderes às perguntas.</a:t>
            </a:r>
          </a:p>
        </p:txBody>
      </p:sp>
    </p:spTree>
    <p:extLst>
      <p:ext uri="{BB962C8B-B14F-4D97-AF65-F5344CB8AC3E}">
        <p14:creationId xmlns:p14="http://schemas.microsoft.com/office/powerpoint/2010/main" val="6193927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1272C-26B3-4D6C-A8AF-5232E92A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E0EF2-6367-425F-8E3C-D277886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4C5D0-B557-4181-82FB-C5DE76F1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EXERCÍCIO · BASE DE CANCELAMENTOS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67883-26E2-402C-A6A9-EA517C21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1 · Voos por estado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A9F9B-9A0A-43B4-B31E-12CA8B7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09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08A65-9804-49C4-BFE4-AB572D0F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Liste, para cada estado e por ordem decrescente, o número de voos que o afetaram.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C02BF-BF37-4C8E-856E-E158040D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9048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03CD9-4468-49D2-B991-DC3F56F9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95625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Tente tornar a consulta o mais rápida possível.</a:t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Justifique os índices que decidir criar.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F4C51-4B43-4D30-BC4A-D341D8EC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5524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D69F9-2268-4CF4-B1A5-3404708D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245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Os slides não incluem a resolução.</a:t>
            </a:r>
          </a:p>
        </p:txBody>
      </p:sp>
    </p:spTree>
    <p:extLst>
      <p:ext uri="{BB962C8B-B14F-4D97-AF65-F5344CB8AC3E}">
        <p14:creationId xmlns:p14="http://schemas.microsoft.com/office/powerpoint/2010/main" val="7597525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2799D-F8AC-42FB-BF73-6110D487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7F326-84E8-4485-98FB-ACB0135B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78F38-BE44-49CE-A617-E5616587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C7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4C7CF"/>
                </a:solidFill>
                <a:latin typeface="Aptos"/>
                <a:ea typeface="Aptos"/>
                <a:cs typeface="Aptos"/>
              </a:rPr>
              <a:t>EXERCÍCIO · BASE DE CANCELAMENTOS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A5C7D-9335-4AAA-8570-09D2EAD5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Exercício 2 · Albany para Atlanta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24411-1DAC-4357-92EB-9D0FCFAF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10 ·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C889B-D47E-4AC3-8B10-282292FA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D37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D3748"/>
                </a:solidFill>
                <a:latin typeface="Aptos"/>
                <a:ea typeface="Aptos"/>
                <a:cs typeface="Aptos"/>
              </a:rPr>
              <a:t>A base contém apenas voos cancelados.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82401-34C0-4EC9-8C0E-312F3FAD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Qual foi a companhia aérea com mais voos cancelados entre Albany, como origem, e Atlanta, como destino?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875D1-2A6A-4F1D-8B0A-DB6D13EB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5905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BE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716FC-2F58-4A0E-BDE3-813BBE3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552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Pense nas tabelas, ligações e filtros necessários.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CE00E-5E08-430F-93F8-DDDE34C1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5524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39911-1253-464B-ABC0-D813DFE6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245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Os slides não incluem a resolução.</a:t>
            </a:r>
          </a:p>
        </p:txBody>
      </p:sp>
    </p:spTree>
    <p:extLst>
      <p:ext uri="{BB962C8B-B14F-4D97-AF65-F5344CB8AC3E}">
        <p14:creationId xmlns:p14="http://schemas.microsoft.com/office/powerpoint/2010/main" val="982991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2026-09-12T20:13:39.9980000Z</dcterms:created>
  <dcterms:modified xsi:type="dcterms:W3CDTF">2026-09-12T20:13:39.9980000Z</dcterms:modified>
</coreProperties>
</file>