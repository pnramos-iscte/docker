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50db3c21bd4075" /><Relationship Type="http://schemas.openxmlformats.org/officeDocument/2006/relationships/extended-properties" Target="/docProps/app.xml" Id="R6fc39423a6914482" /><Relationship Type="http://schemas.openxmlformats.org/officeDocument/2006/relationships/officeDocument" Target="/ppt/presentation.xml" Id="R93ef093f13bc48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8cd40ef67d4655"/>
  </p:sldMasterIdLst>
  <p:notesMasterIdLst>
    <p:notesMasterId xmlns:r="http://schemas.openxmlformats.org/officeDocument/2006/relationships" r:id="R066f7775c41f47ab"/>
  </p:notesMasterIdLst>
  <p:sldIdLst>
    <p:sldId xmlns:r="http://schemas.openxmlformats.org/officeDocument/2006/relationships" id="256" r:id="R109e78ee960b479c"/>
    <p:sldId xmlns:r="http://schemas.openxmlformats.org/officeDocument/2006/relationships" id="257" r:id="Re2e4922ab7ce40f5"/>
    <p:sldId xmlns:r="http://schemas.openxmlformats.org/officeDocument/2006/relationships" id="258" r:id="R5d72fe2101214830"/>
    <p:sldId xmlns:r="http://schemas.openxmlformats.org/officeDocument/2006/relationships" id="259" r:id="R85d673694d3e4479"/>
    <p:sldId xmlns:r="http://schemas.openxmlformats.org/officeDocument/2006/relationships" id="260" r:id="R4f7959e408fe484e"/>
    <p:sldId xmlns:r="http://schemas.openxmlformats.org/officeDocument/2006/relationships" id="261" r:id="R81db14cd30f54dd2"/>
    <p:sldId xmlns:r="http://schemas.openxmlformats.org/officeDocument/2006/relationships" id="262" r:id="Rbc8495207e31495a"/>
    <p:sldId xmlns:r="http://schemas.openxmlformats.org/officeDocument/2006/relationships" id="263" r:id="Re7f50d5a07dd49bb"/>
    <p:sldId xmlns:r="http://schemas.openxmlformats.org/officeDocument/2006/relationships" id="264" r:id="R23271638e5eb43b7"/>
    <p:sldId xmlns:r="http://schemas.openxmlformats.org/officeDocument/2006/relationships" id="265" r:id="R0711b13e2b9b47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263e708c264b6e" /><Relationship Type="http://schemas.openxmlformats.org/officeDocument/2006/relationships/slideMaster" Target="/ppt/slideMasters/slideMaster1.xml" Id="Rec8cd40ef67d4655" /><Relationship Type="http://schemas.openxmlformats.org/officeDocument/2006/relationships/notesMaster" Target="/ppt/notesMasters/notesMaster1.xml" Id="R066f7775c41f47ab" /><Relationship Type="http://schemas.openxmlformats.org/officeDocument/2006/relationships/presProps" Target="/ppt/presProps.xml" Id="Rbd02ea88725145fc" /><Relationship Type="http://schemas.openxmlformats.org/officeDocument/2006/relationships/tableStyles" Target="/ppt/tableStyles.xml" Id="Re3fa675e5b0c441e" /><Relationship Type="http://schemas.openxmlformats.org/officeDocument/2006/relationships/slide" Target="/ppt/slides/slide1.xml" Id="R109e78ee960b479c" /><Relationship Type="http://schemas.openxmlformats.org/officeDocument/2006/relationships/slide" Target="/ppt/slides/slide2.xml" Id="Re2e4922ab7ce40f5" /><Relationship Type="http://schemas.openxmlformats.org/officeDocument/2006/relationships/slide" Target="/ppt/slides/slide3.xml" Id="R5d72fe2101214830" /><Relationship Type="http://schemas.openxmlformats.org/officeDocument/2006/relationships/slide" Target="/ppt/slides/slide4.xml" Id="R85d673694d3e4479" /><Relationship Type="http://schemas.openxmlformats.org/officeDocument/2006/relationships/slide" Target="/ppt/slides/slide5.xml" Id="R4f7959e408fe484e" /><Relationship Type="http://schemas.openxmlformats.org/officeDocument/2006/relationships/slide" Target="/ppt/slides/slide6.xml" Id="R81db14cd30f54dd2" /><Relationship Type="http://schemas.openxmlformats.org/officeDocument/2006/relationships/slide" Target="/ppt/slides/slide7.xml" Id="Rbc8495207e31495a" /><Relationship Type="http://schemas.openxmlformats.org/officeDocument/2006/relationships/slide" Target="/ppt/slides/slide8.xml" Id="Re7f50d5a07dd49bb" /><Relationship Type="http://schemas.openxmlformats.org/officeDocument/2006/relationships/slide" Target="/ppt/slides/slide9.xml" Id="R23271638e5eb43b7" /><Relationship Type="http://schemas.openxmlformats.org/officeDocument/2006/relationships/slide" Target="/ppt/slides/slide10.xml" Id="R0711b13e2b9b47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0dc13b4324b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9d286024524e55" /><Relationship Type="http://schemas.openxmlformats.org/officeDocument/2006/relationships/notesMaster" Target="/ppt/notesMasters/notesMaster1.xml" Id="Rf78c7cb88d7543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5173f17625438c" /><Relationship Type="http://schemas.openxmlformats.org/officeDocument/2006/relationships/notesMaster" Target="/ppt/notesMasters/notesMaster1.xml" Id="R167292d018e84e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2b926416df4b6b" /><Relationship Type="http://schemas.openxmlformats.org/officeDocument/2006/relationships/notesMaster" Target="/ppt/notesMasters/notesMaster1.xml" Id="Rb992197335114f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fbe68a12504134" /><Relationship Type="http://schemas.openxmlformats.org/officeDocument/2006/relationships/notesMaster" Target="/ppt/notesMasters/notesMaster1.xml" Id="Rf0020873b2aa45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a3f9c96e74083" /><Relationship Type="http://schemas.openxmlformats.org/officeDocument/2006/relationships/notesMaster" Target="/ppt/notesMasters/notesMaster1.xml" Id="Rbdfc2437284f41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76ae9f1244eda" /><Relationship Type="http://schemas.openxmlformats.org/officeDocument/2006/relationships/notesMaster" Target="/ppt/notesMasters/notesMaster1.xml" Id="R462629a66b6a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9dea026c9145d8" /><Relationship Type="http://schemas.openxmlformats.org/officeDocument/2006/relationships/notesMaster" Target="/ppt/notesMasters/notesMaster1.xml" Id="Rab2dda49de494a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0d17aa06444004" /><Relationship Type="http://schemas.openxmlformats.org/officeDocument/2006/relationships/notesMaster" Target="/ppt/notesMasters/notesMaster1.xml" Id="R0ff5838428dc44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e5acdc8dda4332" /><Relationship Type="http://schemas.openxmlformats.org/officeDocument/2006/relationships/notesMaster" Target="/ppt/notesMasters/notesMaster1.xml" Id="R682383f0baa340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900382e69e474c" /><Relationship Type="http://schemas.openxmlformats.org/officeDocument/2006/relationships/notesMaster" Target="/ppt/notesMasters/notesMaster1.xml" Id="R1930486e27d846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c06899fb2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617727bce044a7" /><Relationship Type="http://schemas.openxmlformats.org/officeDocument/2006/relationships/slideLayout" Target="/ppt/slideLayouts/slideLayout1.xml" Id="R649749fa797a4b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749fa797a4b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f428ce5744804" /><Relationship Type="http://schemas.openxmlformats.org/officeDocument/2006/relationships/notesSlide" Target="/ppt/notesSlides/notesSlide1.xml" Id="Ra0f1659526ba43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c649f81a24222" /><Relationship Type="http://schemas.openxmlformats.org/officeDocument/2006/relationships/notesSlide" Target="/ppt/notesSlides/notesSlide2.xml" Id="Rca199ac69c8949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0cb45a5194d74" /><Relationship Type="http://schemas.openxmlformats.org/officeDocument/2006/relationships/notesSlide" Target="/ppt/notesSlides/notesSlide3.xml" Id="R875cdab62e744c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8e65e3ebc4404" /><Relationship Type="http://schemas.openxmlformats.org/officeDocument/2006/relationships/notesSlide" Target="/ppt/notesSlides/notesSlide4.xml" Id="Rd28ac7c0a2be41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12cb7d0ab47f4" /><Relationship Type="http://schemas.openxmlformats.org/officeDocument/2006/relationships/notesSlide" Target="/ppt/notesSlides/notesSlide5.xml" Id="R54d31e5cce0442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f4186a1c84fe8" /><Relationship Type="http://schemas.openxmlformats.org/officeDocument/2006/relationships/notesSlide" Target="/ppt/notesSlides/notesSlide6.xml" Id="R9e92b63e6f8645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c2cc1e34c42ad" /><Relationship Type="http://schemas.openxmlformats.org/officeDocument/2006/relationships/notesSlide" Target="/ppt/notesSlides/notesSlide7.xml" Id="R6bfa2a2408ce49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530b7d18a43a3" /><Relationship Type="http://schemas.openxmlformats.org/officeDocument/2006/relationships/image" Target="/ppt/media/image.png" Id="Rf262c496ebf94db2" /><Relationship Type="http://schemas.openxmlformats.org/officeDocument/2006/relationships/notesSlide" Target="/ppt/notesSlides/notesSlide8.xml" Id="R764c442e04ce40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3aba5ae84204" /><Relationship Type="http://schemas.openxmlformats.org/officeDocument/2006/relationships/notesSlide" Target="/ppt/notesSlides/notesSlide9.xml" Id="R9b2b52e7ff8847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68be6239c4bc4" /><Relationship Type="http://schemas.openxmlformats.org/officeDocument/2006/relationships/notesSlide" Target="/ppt/notesSlides/notesSlide10.xml" Id="Rdd8dd4fe56764f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1D823-D4AC-46E2-8CF2-C626EA95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FB8F8-5685-4DFB-B68F-4AECFF7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6C3D-7918-40E4-BDF9-79F568B2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ÍNDICES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84E7B-C9D5-4694-9CCF-660596E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53FE4-D7C7-4A8C-A339-6EF915F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BASES DE DADOS · 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79235-7F96-45EA-B9CA-C5E714A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Aprender Índices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1CA26-6834-41CE-9818-565B45F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86125" cy="6096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475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F5519-1458-4445-947B-69AACE29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Autor: Pedro Ramos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71C81-8C12-4B1A-91BC-A29954A7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E3E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5E3EA"/>
                </a:solidFill>
                <a:latin typeface="Aptos"/>
                <a:ea typeface="Aptos"/>
                <a:cs typeface="Aptos"/>
              </a:rPr>
              <a:t>Como acelerar pesquisas sem criar índices às cegas</a:t>
            </a:r>
          </a:p>
        </p:txBody>
      </p:sp>
    </p:spTree>
    <p:extLst>
      <p:ext uri="{BB962C8B-B14F-4D97-AF65-F5344CB8AC3E}">
        <p14:creationId xmlns:p14="http://schemas.microsoft.com/office/powerpoint/2010/main" val="4570164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70DA8-7E6C-4FCB-8871-F710F4DE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7169E-97A0-4B32-8C7B-E3A1CDEC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36125-DB3D-46F4-8577-223F9621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68EE1-B00E-4978-801D-E576017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índice como estrutura auxiliar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2A3E7-0B8D-4385-9AB8-FE9E8274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02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494F-B362-446B-904D-0A31300F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3714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AB500-281E-45E6-A1F6-30C1E206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352BF-DD4F-4ED5-A674-F3E52C3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Tabela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35416-58F1-4778-BAB0-CF930271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Guarda todas as colunas e todas as linhas. Pode ter milhões de registos.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5EFD3-3E7C-423C-BEC0-744DF510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90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E17BE-7746-4F44-9F3F-0E2000A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6014D-FBAA-4F7D-9011-39BE41B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3049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Índice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667A4-E732-4A25-8722-18192C6E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685925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Guarda chaves ordenadas e referências para localizar as linhas.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1E1BD-60A9-4809-9E73-BBAD904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9062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51201-ADC0-45B7-B538-523433E1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5541E-2720-4D87-AF77-E8284B58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04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Pesquisa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79487-B79E-4CA4-894D-5FEF46BE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85925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árvore B evita percorrer a tabela inteira quando a pesquisa é seletiva.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BDAF1-D80D-4917-BE5F-37B29F6C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7429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1947D-95C4-4D3C-A542-46F310E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86175"/>
            <a:ext cx="6972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CREATE INDEX ix_ano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ON namebasics (birthYear);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96572-4E12-4230-8920-AA7C06F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76897-27A3-4403-BD0F-A6C8B38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 índice acelera algumas leituras, mas ocupa espaço e torna as escritas mais trabalhosas.</a:t>
            </a:r>
          </a:p>
        </p:txBody>
      </p:sp>
    </p:spTree>
    <p:extLst>
      <p:ext uri="{BB962C8B-B14F-4D97-AF65-F5344CB8AC3E}">
        <p14:creationId xmlns:p14="http://schemas.microsoft.com/office/powerpoint/2010/main" val="14005495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7538E-6CE3-460B-86C5-2E071ADD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8F258-7A13-45D9-A0F2-814DC4CB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09F9-EB41-4B5F-9677-004C8FAB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985E5-AB01-471F-A1C3-597E9907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árvore B não guarda apenas intervalos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E65AD-3D23-49DC-B876-2776969C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03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D513F-EDBD-49D7-A65E-46C7C104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43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NÓ SUPERIOR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DE5E9-E889-46C6-B566-AF76567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CCFEF-7C9E-4637-98CC-C3E64E83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&lt; 1980   |   1980–1999   |   ≥ 2000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C5EF2-841B-4278-BDBE-6240A98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orienta a descida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BF362-2E2B-4923-80B0-24AFA5D7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0763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7507B-8484-48F9-A663-0BCAC022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FOLHAS DO ÍNDICE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11A71-2208-4812-AF29-F60595BA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… 1979 → PK 42   |   1980 → PK 81   |   1980 → PK 96   |   1981 → PK 117 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D11AD-74B0-4646-BE1E-02F18D93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5CFB8-CBBE-41B9-B5D7-0D2F954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439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tabela com milhões de linhas terá aproximadamente milhões de entradas nas folhas. Cada entrada é estreita: valor indexado e referência à linha.</a:t>
            </a:r>
          </a:p>
        </p:txBody>
      </p:sp>
    </p:spTree>
    <p:extLst>
      <p:ext uri="{BB962C8B-B14F-4D97-AF65-F5344CB8AC3E}">
        <p14:creationId xmlns:p14="http://schemas.microsoft.com/office/powerpoint/2010/main" val="377237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09E46-C712-4EF7-AB50-57E7100D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D95F-58B8-4EC3-98C3-E74E32D0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48DC-EA94-40E4-B1E0-996B8973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2341B-BEBA-4158-92D9-B6E8BF1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Dois exemplos na base pública do IMDb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91223-58A2-4CBE-99F8-92EB83E2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04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2D493-C550-44FB-990B-B430A5DA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5286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F5115-37EB-476C-A8AD-C3B78462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352550"/>
            <a:ext cx="48291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COUNT(*) FROM namebasics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WHERE birthYear = 1980;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2303D-5FF2-4503-A3AF-45E19310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90625"/>
            <a:ext cx="5286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2527E-281C-48F2-8629-13B3E6F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48291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 FROM namebasics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WHERE primaryName = 'Woody Allen';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E506E-8626-4EB9-8E3C-B411241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5AC28-832E-4756-829D-F9122CFD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5EE1B-3BEC-45D7-8210-18A7C401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índice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293DF-2BCA-4D0E-9A8F-C43E7764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10,2209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95B5D-CD7F-4163-A6BA-96F3046F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B8972-C2CD-40E0-8C4D-861B1849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373F9-2A54-4B4E-986E-F5DA96DA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 índice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783F6-2D11-4A8B-8F0E-89C1B4A5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0,0026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1EFD3-91E1-49DD-BD1B-D577869F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2E72C-84B1-4C77-8A40-6C34E6F5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4C2AA-C253-4F39-B8EC-FBB16EA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índice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D047E-7452-47D6-9088-62F6AEDD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10,2611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3F9BE-D764-4E8F-A532-D49CABD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97143-21AD-414D-AFCA-CDD18632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45C5C-CB4C-4AE4-8226-ED9664ED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 índice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0339F-A6F4-4D0B-9039-5EFB49F7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0,0262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19300-147E-4E4B-9463-AB336187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2E9BD-0AFD-4286-873B-1087F9C3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Compare a mesma consulta nos mesmos dados. A cache e o equipamento também influenciam o tempo.</a:t>
            </a:r>
          </a:p>
        </p:txBody>
      </p:sp>
    </p:spTree>
    <p:extLst>
      <p:ext uri="{BB962C8B-B14F-4D97-AF65-F5344CB8AC3E}">
        <p14:creationId xmlns:p14="http://schemas.microsoft.com/office/powerpoint/2010/main" val="10761677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3AC09-A27B-4E15-A208-4CDFB8CD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C1FA0-5D30-497B-B0FC-41B5221B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019EC-FB66-49F9-AFFC-D38C3AEF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3E727-9396-4DB6-AD13-E88A5FF2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Como decidir que índice criar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82F4A-811D-4FCC-9D63-17873A8E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05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065BB-3C6B-41A1-9CC1-42D9908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3813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47598-BE8B-4CD5-8903-A505CA25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31872-26AC-45F2-82E7-B4DC204D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Consultas reais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DB92A-C32B-4959-B830-C0278EA9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Procure colunas usadas repetidamente em WHERE e JOIN.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BE173-0B4D-47E3-9076-CACF11D1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43000"/>
            <a:ext cx="33813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6D994-E201-4202-9A3B-F81F921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43000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E9AC4-AD5C-43D6-8046-49F0D8F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57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Seletividade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01157-701B-4FE0-88B4-C17A4481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383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Prefira valores que reduzam muito o número de linhas candidatas.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F64F5-46DB-47A4-914E-35DACFD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43000"/>
            <a:ext cx="33813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DD7DE-5A6D-4684-989D-6E46F5AD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43000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09995-407D-4130-BD6F-24B27B08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257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Confirmação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EF5D8-BFBF-4D63-AEBA-34C17A42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383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EXPLAIN e compare antes e depois com dados reais.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FF9C9-F69F-4977-82BD-43273A03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24250"/>
            <a:ext cx="723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4419D-B458-4777-9B36-F1E777B4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86175"/>
            <a:ext cx="678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CREATE INDEX ix_pessoas_apelido_nome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ON pessoas (apelido, nome);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03B0D-D0B8-49A1-9F86-02CA7DE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146EE-7318-4773-A7FE-812084A0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Não crie índices em todas as colunas. Cada índice ocupa espaço e precisa de manutenção.</a:t>
            </a:r>
          </a:p>
        </p:txBody>
      </p:sp>
    </p:spTree>
    <p:extLst>
      <p:ext uri="{BB962C8B-B14F-4D97-AF65-F5344CB8AC3E}">
        <p14:creationId xmlns:p14="http://schemas.microsoft.com/office/powerpoint/2010/main" val="5755120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5BAFD-B05C-4879-9CE4-5223FCD1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187F8-84F6-4A39-8DA9-6752B21A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DDA2-4CF1-49BB-A078-E56E761D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5792-01F8-4193-8D97-8132A8C1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regra da esquerda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B21F9-1B72-42E5-AAC0-8C74E890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06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4DC0E-B8FB-4A93-979C-A867D3A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 ordenada por apelido e depois por nome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34C92-44EA-4E8B-B5AE-E537AC4C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429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Almeida · Ana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Almeida · Rui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Silva · Ana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Silva · Bruno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Silva · Marta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Sousa · 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9BE96-6243-4541-BB46-20DF7870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3190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34004-894E-4E82-81A5-1B58952D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BA187-ECBD-4758-90A2-AE4228C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81175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índice ajuda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E07D7-3998-4C71-96FE-AFB4DA68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217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apelido = 'Silva'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apelido = 'Silva'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AND nome = 'Ana'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59BA8-0CEF-45F5-9F26-EE009FE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190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34D53-F12C-4248-9A2C-8E874908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74B10-1EE2-4B1C-84E0-19BB1A42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81175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Não salta diretamente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C5600-615B-4041-9599-5CDC8EF6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6217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nome = 'Ana'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As Anas estão espalhadas por todos os apelidos.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DA0DA-F738-4E7A-B3DA-21C42C07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2CAEA-A35C-4EFC-B6EB-1EC3520D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43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(apelido, nome) e (nome, apelido) são índices diferentes. A pesquisa começa pela coluna mais à esquerda.</a:t>
            </a:r>
          </a:p>
        </p:txBody>
      </p:sp>
    </p:spTree>
    <p:extLst>
      <p:ext uri="{BB962C8B-B14F-4D97-AF65-F5344CB8AC3E}">
        <p14:creationId xmlns:p14="http://schemas.microsoft.com/office/powerpoint/2010/main" val="14944605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C9C17-1631-4088-A1AE-B4DA3B9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5AF82-019B-479E-A05D-AF84082F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EF593-90E7-4D80-B9CD-30661D73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1C965-1712-4C3B-AC1B-5C5F5428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 mostra o plano escolhido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E5327-484B-4B12-8EBB-68F420E4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07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6D0E7-6537-4EC9-9EED-0095DA60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5619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58A3D-F7E1-4F05-939C-BAA6BC8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304925"/>
            <a:ext cx="51625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EXPLAIN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FROM flights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WHERE ORIGIN_AIRPORT = 'ALB'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  AND DESTINATION_AIRPORT = 'ATL';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46808-0B6C-489F-9A21-0CAFF541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4D6F1-4967-4A77-9D8B-3C803DEE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EEBC1-6C50-4031-A49B-4B2E57E9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57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B528F-F0AD-4BA4-95D8-3E3BD4F9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38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ALL indica leitura integral. ref ou range revelam acesso mais seletivo.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6CADE-0C31-43DF-B19B-A8BBF010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43000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C1E47-CCA5-4E44-B4AE-45C67693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43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77023-5E5E-4CBF-ADD3-3E3BEB4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2573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possible_keys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1E83B-B859-4586-AD5C-15983D87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6383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Índices que poderiam ajudar.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C97E1-8106-4C34-B032-10B5416C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40660-582A-4EEF-8007-FF2CD016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34714-E9E8-4CDD-8955-5131E2C7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9AE5D-B6D6-4BCC-BE45-CA5F4B6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Índice efetivamente escolhido.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69736-4A35-4277-AF2B-D9AA426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6E0A4-12F0-43C9-A667-0CA8B7CE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9B27E-E076-453F-AE1E-B61E7A8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BCCF0-E6DD-4BFB-B61B-8A94123E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623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Número estimado de linhas examinadas.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0AA49-B2FD-4D31-955B-41380860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542CF5-F8DA-48B5-B722-E342C98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Criar um índice não obriga o MySQL a utilizá-lo.</a:t>
            </a:r>
          </a:p>
        </p:txBody>
      </p:sp>
    </p:spTree>
    <p:extLst>
      <p:ext uri="{BB962C8B-B14F-4D97-AF65-F5344CB8AC3E}">
        <p14:creationId xmlns:p14="http://schemas.microsoft.com/office/powerpoint/2010/main" val="20365619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1B1EE-4758-4B36-A53B-3FC2EE02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3739E-E475-408F-B943-2DD3EE5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9C388-AE84-4D68-B604-066C3AD2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EXERCÍCIO · BASE DE CANCELAMENTOS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81DD6-7379-4FAD-92EC-EA517FA0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 dos exercícios: investiga esta anomalia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1B496-287F-4F0E-8A0D-EE53B44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08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46FD7-838A-4822-9B65-62682EAB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FCB57-66F8-4C48-A474-90A4EA9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162050"/>
            <a:ext cx="10687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*, LENGTH(ORIGIN_AIRPORT), LENGTH(DESTINATION_AIRPORT)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FROM flights LIMIT 10;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 FROM airports WHERE LENGTH(IATA_CODE) = 4;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2c496ebf94db2"/>
          <a:stretch xmlns:a="http://schemas.openxmlformats.org/drawingml/2006/main"/>
        </p:blipFill>
        <p:spPr>
          <a:xfrm xmlns:a="http://schemas.openxmlformats.org/drawingml/2006/main">
            <a:off x="3007770" y="2619375"/>
            <a:ext cx="617646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0F718-615C-4A16-ADDB-ADD43FE1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4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467E2-11BC-44B3-90D9-6E7EAFD9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043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Não achas que há aqui qualquer coisa estranha? Investiga antes de responderes às perguntas.</a:t>
            </a:r>
          </a:p>
        </p:txBody>
      </p:sp>
    </p:spTree>
    <p:extLst>
      <p:ext uri="{BB962C8B-B14F-4D97-AF65-F5344CB8AC3E}">
        <p14:creationId xmlns:p14="http://schemas.microsoft.com/office/powerpoint/2010/main" val="12992703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35894-4A13-4E28-8169-AC945982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CB02A-7B03-497A-9D10-DC26BF6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98442-2642-4BFA-AB63-E17BC46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EXERCÍCIO · BASE DE CANCELAMENTOS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EB4D6-AB3D-47D7-A386-45E7E4E4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 · Voos por estado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C7D68-7F91-4692-B47B-0384639D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09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B36B-B246-47CE-BF32-28390C4B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Liste, para cada estado e por ordem decrescente, o número de voos que o afetaram.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9AB10-0A13-4447-9FE1-D624C721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9048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0F249-AD1F-44CD-8544-969ADA5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95625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Tente tornar a consulta o mais rápida possível.</a:t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Justifique os índices que decidir criar.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93304-A43E-4456-B154-C3E7F8A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5524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6FCDE-6B5D-48D3-B64C-74A03FB4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Os slides não incluem a resolução.</a:t>
            </a:r>
          </a:p>
        </p:txBody>
      </p:sp>
    </p:spTree>
    <p:extLst>
      <p:ext uri="{BB962C8B-B14F-4D97-AF65-F5344CB8AC3E}">
        <p14:creationId xmlns:p14="http://schemas.microsoft.com/office/powerpoint/2010/main" val="10648888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4171C-83ED-4D9B-9A80-BA77DC9D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8807A-7C32-46BA-A7AB-D4E5FF0A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6BAE7-6266-4010-BC92-55C107F7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EXERCÍCIO · BASE DE CANCELAMENTOS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EF5A4-48EE-4325-A93B-D5A9CB4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2 · Albany para Atlanta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07ADD-83A0-4259-B333-D1E0B78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10 · 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80311-9F53-4617-97DB-A4C0B9E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D37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D3748"/>
                </a:solidFill>
                <a:latin typeface="Aptos"/>
                <a:ea typeface="Aptos"/>
                <a:cs typeface="Aptos"/>
              </a:rPr>
              <a:t>A base contém apenas voos cancelados.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F9979-D6AA-437A-8B49-0D804AC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Qual foi a companhia aérea com mais voos cancelados entre Albany, como origem, e Atlanta, como destino?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97ECB-200D-4230-81DC-B968E73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590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8E3BE-5CC5-43C4-A4DE-0D09ABF5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Pense nas tabelas, ligações e filtros necessários.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26C92-613C-4643-9E56-CF2D5A3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5524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7A21B-C30F-45A8-9299-1CEA8554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Os slides não incluem a resolução.</a:t>
            </a:r>
          </a:p>
        </p:txBody>
      </p:sp>
    </p:spTree>
    <p:extLst>
      <p:ext uri="{BB962C8B-B14F-4D97-AF65-F5344CB8AC3E}">
        <p14:creationId xmlns:p14="http://schemas.microsoft.com/office/powerpoint/2010/main" val="1713798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2026-09-12T16:20:51.4580000Z</dcterms:created>
  <dcterms:modified xsi:type="dcterms:W3CDTF">2026-09-12T16:20:51.4580000Z</dcterms:modified>
</coreProperties>
</file>