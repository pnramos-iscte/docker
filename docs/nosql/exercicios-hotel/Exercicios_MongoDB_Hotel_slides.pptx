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7612d0a230464a" /><Relationship Type="http://schemas.openxmlformats.org/officeDocument/2006/relationships/extended-properties" Target="/docProps/app.xml" Id="Rafacbf6cbeb240d6" /><Relationship Type="http://schemas.openxmlformats.org/officeDocument/2006/relationships/officeDocument" Target="/ppt/presentation.xml" Id="R49d4730df0434b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7657f571794cbc"/>
  </p:sldMasterIdLst>
  <p:notesMasterIdLst>
    <p:notesMasterId xmlns:r="http://schemas.openxmlformats.org/officeDocument/2006/relationships" r:id="Re72bf4e13d6145fd"/>
  </p:notesMasterIdLst>
  <p:sldIdLst>
    <p:sldId xmlns:r="http://schemas.openxmlformats.org/officeDocument/2006/relationships" id="256" r:id="Rc0a0353a7e9e4a25"/>
    <p:sldId xmlns:r="http://schemas.openxmlformats.org/officeDocument/2006/relationships" id="257" r:id="R09ef242b854344b9"/>
    <p:sldId xmlns:r="http://schemas.openxmlformats.org/officeDocument/2006/relationships" id="258" r:id="R06e5436ed4fd4a2e"/>
    <p:sldId xmlns:r="http://schemas.openxmlformats.org/officeDocument/2006/relationships" id="259" r:id="R9181615f60c241dc"/>
    <p:sldId xmlns:r="http://schemas.openxmlformats.org/officeDocument/2006/relationships" id="260" r:id="R53ea015f562a4d2b"/>
    <p:sldId xmlns:r="http://schemas.openxmlformats.org/officeDocument/2006/relationships" id="261" r:id="Re3438683f16d4ebf"/>
    <p:sldId xmlns:r="http://schemas.openxmlformats.org/officeDocument/2006/relationships" id="262" r:id="Rd524af210b004ed4"/>
    <p:sldId xmlns:r="http://schemas.openxmlformats.org/officeDocument/2006/relationships" id="263" r:id="Rd7e68a1f62eb403e"/>
    <p:sldId xmlns:r="http://schemas.openxmlformats.org/officeDocument/2006/relationships" id="264" r:id="R3bd70f6e55b547dd"/>
    <p:sldId xmlns:r="http://schemas.openxmlformats.org/officeDocument/2006/relationships" id="265" r:id="R8f78f76807994e8c"/>
    <p:sldId xmlns:r="http://schemas.openxmlformats.org/officeDocument/2006/relationships" id="266" r:id="Rd007d221babe4c9e"/>
    <p:sldId xmlns:r="http://schemas.openxmlformats.org/officeDocument/2006/relationships" id="267" r:id="R8d19fb7f002e4f65"/>
    <p:sldId xmlns:r="http://schemas.openxmlformats.org/officeDocument/2006/relationships" id="268" r:id="R670fd95693a34103"/>
    <p:sldId xmlns:r="http://schemas.openxmlformats.org/officeDocument/2006/relationships" id="269" r:id="Rdaa06404bbae4ee6"/>
    <p:sldId xmlns:r="http://schemas.openxmlformats.org/officeDocument/2006/relationships" id="270" r:id="R6839928df0ba4322"/>
    <p:sldId xmlns:r="http://schemas.openxmlformats.org/officeDocument/2006/relationships" id="271" r:id="Re662e8591ea04f62"/>
    <p:sldId xmlns:r="http://schemas.openxmlformats.org/officeDocument/2006/relationships" id="272" r:id="R1ade242c5e0c4480"/>
    <p:sldId xmlns:r="http://schemas.openxmlformats.org/officeDocument/2006/relationships" id="273" r:id="Re1bbc804980c4460"/>
    <p:sldId xmlns:r="http://schemas.openxmlformats.org/officeDocument/2006/relationships" id="274" r:id="R0a1f7aa22ce44e7f"/>
    <p:sldId xmlns:r="http://schemas.openxmlformats.org/officeDocument/2006/relationships" id="275" r:id="R2ce24c57366a4372"/>
    <p:sldId xmlns:r="http://schemas.openxmlformats.org/officeDocument/2006/relationships" id="276" r:id="R9a388bc9360540f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33564960e24103" /><Relationship Type="http://schemas.openxmlformats.org/officeDocument/2006/relationships/slideMaster" Target="/ppt/slideMasters/slideMaster1.xml" Id="R3f7657f571794cbc" /><Relationship Type="http://schemas.openxmlformats.org/officeDocument/2006/relationships/notesMaster" Target="/ppt/notesMasters/notesMaster1.xml" Id="Re72bf4e13d6145fd" /><Relationship Type="http://schemas.openxmlformats.org/officeDocument/2006/relationships/presProps" Target="/ppt/presProps.xml" Id="Re2bd6fe3d0de486d" /><Relationship Type="http://schemas.openxmlformats.org/officeDocument/2006/relationships/tableStyles" Target="/ppt/tableStyles.xml" Id="R72614eb51bd44766" /><Relationship Type="http://schemas.openxmlformats.org/officeDocument/2006/relationships/slide" Target="/ppt/slides/slide1.xml" Id="Rc0a0353a7e9e4a25" /><Relationship Type="http://schemas.openxmlformats.org/officeDocument/2006/relationships/slide" Target="/ppt/slides/slide2.xml" Id="R09ef242b854344b9" /><Relationship Type="http://schemas.openxmlformats.org/officeDocument/2006/relationships/slide" Target="/ppt/slides/slide3.xml" Id="R06e5436ed4fd4a2e" /><Relationship Type="http://schemas.openxmlformats.org/officeDocument/2006/relationships/slide" Target="/ppt/slides/slide4.xml" Id="R9181615f60c241dc" /><Relationship Type="http://schemas.openxmlformats.org/officeDocument/2006/relationships/slide" Target="/ppt/slides/slide5.xml" Id="R53ea015f562a4d2b" /><Relationship Type="http://schemas.openxmlformats.org/officeDocument/2006/relationships/slide" Target="/ppt/slides/slide6.xml" Id="Re3438683f16d4ebf" /><Relationship Type="http://schemas.openxmlformats.org/officeDocument/2006/relationships/slide" Target="/ppt/slides/slide7.xml" Id="Rd524af210b004ed4" /><Relationship Type="http://schemas.openxmlformats.org/officeDocument/2006/relationships/slide" Target="/ppt/slides/slide8.xml" Id="Rd7e68a1f62eb403e" /><Relationship Type="http://schemas.openxmlformats.org/officeDocument/2006/relationships/slide" Target="/ppt/slides/slide9.xml" Id="R3bd70f6e55b547dd" /><Relationship Type="http://schemas.openxmlformats.org/officeDocument/2006/relationships/slide" Target="/ppt/slides/slide10.xml" Id="R8f78f76807994e8c" /><Relationship Type="http://schemas.openxmlformats.org/officeDocument/2006/relationships/slide" Target="/ppt/slides/slide11.xml" Id="Rd007d221babe4c9e" /><Relationship Type="http://schemas.openxmlformats.org/officeDocument/2006/relationships/slide" Target="/ppt/slides/slide12.xml" Id="R8d19fb7f002e4f65" /><Relationship Type="http://schemas.openxmlformats.org/officeDocument/2006/relationships/slide" Target="/ppt/slides/slide13.xml" Id="R670fd95693a34103" /><Relationship Type="http://schemas.openxmlformats.org/officeDocument/2006/relationships/slide" Target="/ppt/slides/slide14.xml" Id="Rdaa06404bbae4ee6" /><Relationship Type="http://schemas.openxmlformats.org/officeDocument/2006/relationships/slide" Target="/ppt/slides/slide15.xml" Id="R6839928df0ba4322" /><Relationship Type="http://schemas.openxmlformats.org/officeDocument/2006/relationships/slide" Target="/ppt/slides/slide16.xml" Id="Re662e8591ea04f62" /><Relationship Type="http://schemas.openxmlformats.org/officeDocument/2006/relationships/slide" Target="/ppt/slides/slide17.xml" Id="R1ade242c5e0c4480" /><Relationship Type="http://schemas.openxmlformats.org/officeDocument/2006/relationships/slide" Target="/ppt/slides/slide18.xml" Id="Re1bbc804980c4460" /><Relationship Type="http://schemas.openxmlformats.org/officeDocument/2006/relationships/slide" Target="/ppt/slides/slide19.xml" Id="R0a1f7aa22ce44e7f" /><Relationship Type="http://schemas.openxmlformats.org/officeDocument/2006/relationships/slide" Target="/ppt/slides/slide20.xml" Id="R2ce24c57366a4372" /><Relationship Type="http://schemas.openxmlformats.org/officeDocument/2006/relationships/slide" Target="/ppt/slides/slide21.xml" Id="R9a388bc9360540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3d459b73a149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38a580b806429c" /><Relationship Type="http://schemas.openxmlformats.org/officeDocument/2006/relationships/notesMaster" Target="/ppt/notesMasters/notesMaster1.xml" Id="Re37267e3408545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00966d4ba54622" /><Relationship Type="http://schemas.openxmlformats.org/officeDocument/2006/relationships/notesMaster" Target="/ppt/notesMasters/notesMaster1.xml" Id="Rc12a0af5a7084e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b16eaff169477a" /><Relationship Type="http://schemas.openxmlformats.org/officeDocument/2006/relationships/notesMaster" Target="/ppt/notesMasters/notesMaster1.xml" Id="R2b5109806a0c490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64963d6ed54193" /><Relationship Type="http://schemas.openxmlformats.org/officeDocument/2006/relationships/notesMaster" Target="/ppt/notesMasters/notesMaster1.xml" Id="R2d179156002641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d9298577ffb4ef9" /><Relationship Type="http://schemas.openxmlformats.org/officeDocument/2006/relationships/notesMaster" Target="/ppt/notesMasters/notesMaster1.xml" Id="R316b35b1c06945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bd5642aa03418b" /><Relationship Type="http://schemas.openxmlformats.org/officeDocument/2006/relationships/notesMaster" Target="/ppt/notesMasters/notesMaster1.xml" Id="R759f2e69817840b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e65e11e606c407f" /><Relationship Type="http://schemas.openxmlformats.org/officeDocument/2006/relationships/notesMaster" Target="/ppt/notesMasters/notesMaster1.xml" Id="R43827fbae3a54f8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45e6b650aa74ae1" /><Relationship Type="http://schemas.openxmlformats.org/officeDocument/2006/relationships/notesMaster" Target="/ppt/notesMasters/notesMaster1.xml" Id="R6bcfd604b94e430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3af5120281b4424" /><Relationship Type="http://schemas.openxmlformats.org/officeDocument/2006/relationships/notesMaster" Target="/ppt/notesMasters/notesMaster1.xml" Id="R58f2fb49c0694b7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a701a215a214b61" /><Relationship Type="http://schemas.openxmlformats.org/officeDocument/2006/relationships/notesMaster" Target="/ppt/notesMasters/notesMaster1.xml" Id="R3cccb523369e456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9c6e7c35fc54ae6" /><Relationship Type="http://schemas.openxmlformats.org/officeDocument/2006/relationships/notesMaster" Target="/ppt/notesMasters/notesMaster1.xml" Id="Re306081e922e4cd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8b7d33dd5bd424b" /><Relationship Type="http://schemas.openxmlformats.org/officeDocument/2006/relationships/notesMaster" Target="/ppt/notesMasters/notesMaster1.xml" Id="R7b58177bffdc473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ae466331390413f" /><Relationship Type="http://schemas.openxmlformats.org/officeDocument/2006/relationships/notesMaster" Target="/ppt/notesMasters/notesMaster1.xml" Id="Rbdfc805e203b4d7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1c311baa00c456e" /><Relationship Type="http://schemas.openxmlformats.org/officeDocument/2006/relationships/notesMaster" Target="/ppt/notesMasters/notesMaster1.xml" Id="R1b5714d02a17433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ef46215ea7c4f6f" /><Relationship Type="http://schemas.openxmlformats.org/officeDocument/2006/relationships/notesMaster" Target="/ppt/notesMasters/notesMaster1.xml" Id="Rd7e608d456d7437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4e8d723d2a64f37" /><Relationship Type="http://schemas.openxmlformats.org/officeDocument/2006/relationships/notesMaster" Target="/ppt/notesMasters/notesMaster1.xml" Id="Re539f852ae1c4b4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6cc41ae822d403e" /><Relationship Type="http://schemas.openxmlformats.org/officeDocument/2006/relationships/notesMaster" Target="/ppt/notesMasters/notesMaster1.xml" Id="R98c056016aab4d2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109d7f14f0d4182" /><Relationship Type="http://schemas.openxmlformats.org/officeDocument/2006/relationships/notesMaster" Target="/ppt/notesMasters/notesMaster1.xml" Id="R47f313e9b75a41e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450903f1b4b466a" /><Relationship Type="http://schemas.openxmlformats.org/officeDocument/2006/relationships/notesMaster" Target="/ppt/notesMasters/notesMaster1.xml" Id="R1319745b720a4e0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9ae4ee2d5314ced" /><Relationship Type="http://schemas.openxmlformats.org/officeDocument/2006/relationships/notesMaster" Target="/ppt/notesMasters/notesMaster1.xml" Id="R070602fc665743a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fb92653ea2a43c3" /><Relationship Type="http://schemas.openxmlformats.org/officeDocument/2006/relationships/notesMaster" Target="/ppt/notesMasters/notesMaster1.xml" Id="R90f687cce4bc41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36db6a1b0e4d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ca8e81ba714869" /><Relationship Type="http://schemas.openxmlformats.org/officeDocument/2006/relationships/slideLayout" Target="/ppt/slideLayouts/slideLayout1.xml" Id="R2ca42cec8dc249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a42cec8dc249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ae8306de4b4bf2" /><Relationship Type="http://schemas.openxmlformats.org/officeDocument/2006/relationships/notesSlide" Target="/ppt/notesSlides/notesSlide1.xml" Id="R072f02d2989445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5f8d01355e48a2" /><Relationship Type="http://schemas.openxmlformats.org/officeDocument/2006/relationships/notesSlide" Target="/ppt/notesSlides/notesSlide2.xml" Id="Rc30d09a6d5dc41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449f361634425e" /><Relationship Type="http://schemas.openxmlformats.org/officeDocument/2006/relationships/notesSlide" Target="/ppt/notesSlides/notesSlide3.xml" Id="R81ca958c89aa49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442e5188c94396" /><Relationship Type="http://schemas.openxmlformats.org/officeDocument/2006/relationships/notesSlide" Target="/ppt/notesSlides/notesSlide4.xml" Id="Ref4cbba41a7949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9725aadf364dab" /><Relationship Type="http://schemas.openxmlformats.org/officeDocument/2006/relationships/notesSlide" Target="/ppt/notesSlides/notesSlide5.xml" Id="Re6daa22324e5451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f8cea19b514372" /><Relationship Type="http://schemas.openxmlformats.org/officeDocument/2006/relationships/notesSlide" Target="/ppt/notesSlides/notesSlide6.xml" Id="Rc65706b026b64d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20dfd85f1d480a" /><Relationship Type="http://schemas.openxmlformats.org/officeDocument/2006/relationships/notesSlide" Target="/ppt/notesSlides/notesSlide7.xml" Id="R36f47bbf325d4da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1c64e9891847f5" /><Relationship Type="http://schemas.openxmlformats.org/officeDocument/2006/relationships/notesSlide" Target="/ppt/notesSlides/notesSlide8.xml" Id="R6e575aba99a344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109d13baad4ac4" /><Relationship Type="http://schemas.openxmlformats.org/officeDocument/2006/relationships/notesSlide" Target="/ppt/notesSlides/notesSlide9.xml" Id="R65f59dc5f0c24ec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4d43c025aa4e97" /><Relationship Type="http://schemas.openxmlformats.org/officeDocument/2006/relationships/notesSlide" Target="/ppt/notesSlides/notesSlide10.xml" Id="Re7aa191317e84fe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574d55d8864c6f" /><Relationship Type="http://schemas.openxmlformats.org/officeDocument/2006/relationships/notesSlide" Target="/ppt/notesSlides/notesSlide11.xml" Id="R0f274a018ea0421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98537e4ef94ac2" /><Relationship Type="http://schemas.openxmlformats.org/officeDocument/2006/relationships/notesSlide" Target="/ppt/notesSlides/notesSlide12.xml" Id="Rb6f22dde675048f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2d7cd7ab464feb" /><Relationship Type="http://schemas.openxmlformats.org/officeDocument/2006/relationships/notesSlide" Target="/ppt/notesSlides/notesSlide13.xml" Id="R5a23d60fa93243e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674a1514bf42ce" /><Relationship Type="http://schemas.openxmlformats.org/officeDocument/2006/relationships/notesSlide" Target="/ppt/notesSlides/notesSlide14.xml" Id="R12f71611eb854f0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51abc6b88345b3" /><Relationship Type="http://schemas.openxmlformats.org/officeDocument/2006/relationships/notesSlide" Target="/ppt/notesSlides/notesSlide15.xml" Id="R337c56722fb0407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ec11ad132047d7" /><Relationship Type="http://schemas.openxmlformats.org/officeDocument/2006/relationships/notesSlide" Target="/ppt/notesSlides/notesSlide16.xml" Id="Re0f047fc77364a0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225de933c3462c" /><Relationship Type="http://schemas.openxmlformats.org/officeDocument/2006/relationships/notesSlide" Target="/ppt/notesSlides/notesSlide17.xml" Id="Rbe714c080709455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4ec27444614ac5" /><Relationship Type="http://schemas.openxmlformats.org/officeDocument/2006/relationships/notesSlide" Target="/ppt/notesSlides/notesSlide18.xml" Id="Re0796e8401654c3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7f9d55b06b4522" /><Relationship Type="http://schemas.openxmlformats.org/officeDocument/2006/relationships/notesSlide" Target="/ppt/notesSlides/notesSlide19.xml" Id="Rfa6ff108e39f400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dace2b82db46c8" /><Relationship Type="http://schemas.openxmlformats.org/officeDocument/2006/relationships/notesSlide" Target="/ppt/notesSlides/notesSlide20.xml" Id="R00af8eb2c048423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97bf37df964c6f" /><Relationship Type="http://schemas.openxmlformats.org/officeDocument/2006/relationships/notesSlide" Target="/ppt/notesSlides/notesSlide21.xml" Id="R99719c5bc23944f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F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C2D0A1-52C1-47F6-936C-F2ED8C8D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DB3EEB-BE4D-4FDE-A418-CB077079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5D5D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5D5D7"/>
                </a:solidFill>
                <a:latin typeface="Helvetica Neue"/>
                <a:ea typeface="Helvetica Neue"/>
                <a:cs typeface="Helvetica Neue"/>
              </a:rPr>
              <a:t>MONGODB · HOTEL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0042D0-3AAF-4F4A-B799-8E1AA3D3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857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5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Exercícios</a:t>
            </a:r>
          </a:p>
          <a:p xmlns:a="http://schemas.openxmlformats.org/drawingml/2006/main">
            <a:pPr>
              <a:defRPr sz="5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MongoDB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5D736E-C948-4C29-A28F-77D9CDFC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91000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1DEE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D1DEE4"/>
                </a:solidFill>
                <a:latin typeface="Helvetica Neue"/>
                <a:ea typeface="Helvetica Neue"/>
                <a:cs typeface="Helvetica Neue"/>
              </a:rPr>
              <a:t>Do modelo relacional a documentos embebidos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F8FE03-EB7A-4D9B-8E4C-F268A6C1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</p:spTree>
    <p:extLst>
      <p:ext uri="{BB962C8B-B14F-4D97-AF65-F5344CB8AC3E}">
        <p14:creationId xmlns:p14="http://schemas.microsoft.com/office/powerpoint/2010/main" val="9952604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FC8236-EE31-43DE-B5F9-4D02E56F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DE0D5A-8595-482D-8459-F50144BD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MODELO DOCUMENTAL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7F25A3-95C7-4DDA-87DC-74CEC939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Uma coleção com dois tipos de documentos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8AEFA1-0428-42D9-9503-F9CD4EA2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198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C0B364-1292-4FF8-AC6A-A8A770AE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5334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5B8FDE-6EFE-4EAF-B03E-6184ABDF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4953000" cy="3448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{</a:t>
            </a:r>
          </a:p>
          <a:p xmlns:a="http://schemas.openxmlformats.org/drawingml/2006/main">
            <a:pPr>
              <a:def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tipo: "hotel", sigla: "RM",</a:t>
            </a:r>
          </a:p>
          <a:p xmlns:a="http://schemas.openxmlformats.org/drawingml/2006/main">
            <a:pPr>
              <a:def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quartos: [{ numero: 1, camas: 2 }],</a:t>
            </a:r>
          </a:p>
          <a:p xmlns:a="http://schemas.openxmlformats.org/drawingml/2006/main">
            <a:pPr>
              <a:def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reservas: [{</a:t>
            </a:r>
          </a:p>
          <a:p xmlns:a="http://schemas.openxmlformats.org/drawingml/2006/main">
            <a:pPr>
              <a:def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  numero: 12, cliente: { numero: 4, nome: "ONU" },</a:t>
            </a:r>
          </a:p>
          <a:p xmlns:a="http://schemas.openxmlformats.org/drawingml/2006/main">
            <a:pPr>
              <a:def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  quartos: [{ numero: 1, pessoas: 1 }],</a:t>
            </a:r>
          </a:p>
          <a:p xmlns:a="http://schemas.openxmlformats.org/drawingml/2006/main">
            <a:pPr>
              <a:def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  facturas: [{ numero: 7, valor: 400 }]</a:t>
            </a:r>
          </a:p>
          <a:p xmlns:a="http://schemas.openxmlformats.org/drawingml/2006/main">
            <a:pPr>
              <a:def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}]</a:t>
            </a:r>
          </a:p>
          <a:p xmlns:a="http://schemas.openxmlformats.org/drawingml/2006/main">
            <a:pPr>
              <a:def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D08BD4-A8CC-4852-A8CE-BBE63F03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05000"/>
            <a:ext cx="5334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BB5F9B-38A5-4D75-BE09-45233E59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38350"/>
            <a:ext cx="4953000" cy="3448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{</a:t>
            </a:r>
          </a:p>
          <a:p xmlns:a="http://schemas.openxmlformats.org/drawingml/2006/main">
            <a:pPr>
              <a:def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tipo: "cliente", numero: 4, nome: "ONU",</a:t>
            </a:r>
          </a:p>
          <a:p xmlns:a="http://schemas.openxmlformats.org/drawingml/2006/main">
            <a:pPr>
              <a:def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organizacao: { ramo: "Internacional" },</a:t>
            </a:r>
          </a:p>
          <a:p xmlns:a="http://schemas.openxmlformats.org/drawingml/2006/main">
            <a:pPr>
              <a:def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reservas: [</a:t>
            </a:r>
          </a:p>
          <a:p xmlns:a="http://schemas.openxmlformats.org/drawingml/2006/main">
            <a:pPr>
              <a:def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  { numero: 1, hotel: "SH" },</a:t>
            </a:r>
          </a:p>
          <a:p xmlns:a="http://schemas.openxmlformats.org/drawingml/2006/main">
            <a:pPr>
              <a:def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  { numero: 2, hotel: "AL" }</a:t>
            </a:r>
          </a:p>
          <a:p xmlns:a="http://schemas.openxmlformats.org/drawingml/2006/main">
            <a:pPr>
              <a:def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]</a:t>
            </a:r>
          </a:p>
          <a:p xmlns:a="http://schemas.openxmlformats.org/drawingml/2006/main">
            <a:pPr>
              <a:def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E786A8-FFA3-4A3C-9F99-238D6201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102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Todos os clientes têm documento autónomo. Nas reservas, os dados do cliente aparecem também embebidos.</a:t>
            </a:r>
          </a:p>
        </p:txBody>
      </p:sp>
    </p:spTree>
    <p:extLst>
      <p:ext uri="{BB962C8B-B14F-4D97-AF65-F5344CB8AC3E}">
        <p14:creationId xmlns:p14="http://schemas.microsoft.com/office/powerpoint/2010/main" val="6243010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0CC07-74D2-46F1-B5A3-0E403D2B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13AA6A-D29D-45F6-912B-0FB33A96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EXERCÍCIO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EE3FBD-0B0A-4997-92FC-DE1C4EF8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Listar o nome de todos os clientes por ordem alfabética decrescente.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4F8A50-29DC-455C-917F-42E232DE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198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CF34E2-8DC4-4365-8C6D-4DD560F1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rPr>
              <a:t>RESULTADO ESPERADO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0F3725-8658-4FBA-B8F7-7DF82FC4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0668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57DC25-17C7-408A-AFAD-452A2B1D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0287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nome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TAP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Sofia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Pedro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ONU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NASA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Luisa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Luis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ISCTE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Continente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Carlos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CE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Antonio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Ana</a:t>
            </a:r>
          </a:p>
        </p:txBody>
      </p:sp>
    </p:spTree>
    <p:extLst>
      <p:ext uri="{BB962C8B-B14F-4D97-AF65-F5344CB8AC3E}">
        <p14:creationId xmlns:p14="http://schemas.microsoft.com/office/powerpoint/2010/main" val="11574273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DBC513-7E88-4D4F-AB7E-39D353D9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603E11-8CBE-43E2-B4B8-356109B9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EXERCÍCIO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0AAD09-84CA-49ED-ACE6-4D88F3EC2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Listar o número dos quartos do hotel cuja sigla é RM.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12DE0D-DD26-4CCC-AA12-6A4DCA94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198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A53C16-BBAC-4707-B968-D1FAE603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rPr>
              <a:t>RESULTADO ESPERADO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313465-D969-49A1-91CB-5DF0C47B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0668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951DE4-7CCB-4062-8F14-249A6A41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0287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numeroQuarto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45669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07976F-DD51-40FC-8166-A67AEDA37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E183BA-1A98-45B2-B8A7-AFF341FE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EXERCÍCIO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0ED365-921A-4180-A25D-B5F038F1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Quantos hotéis existem na coleção?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7C949A-B6CE-4BE8-A01C-25929693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198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57FF72-D850-4D8D-8B60-3E8E87E4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rPr>
              <a:t>RESULTADO ESPERADO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63FC34-308D-43A8-A4D5-09944B12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0668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E28DD2-2F77-4E0B-A60C-7B57C68B3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0287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totalHoteis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3375821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8ADE29-0D0E-4A7A-AB56-A22A85BB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8DCC9E-9507-4337-BB86-4A7DD2F5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EXERCÍCIO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67B5D9-3713-4337-9D7D-AE7073F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Quantos quartos tem o hotel Majestic (MJ) e quantas camas têm, usando apenas um comando?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B9E1A-A855-46C6-B2EA-37811BE5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198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70F0C5-627C-45A0-8D3E-D72D2DF5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rPr>
              <a:t>RESULTADO ESPERADO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6B95DC-B4CD-4A9B-AB53-5DD512BF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0668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7F1D50-0ECB-49E4-870E-A5B045A3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0287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totalQuartos | totalCamas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4            | 10</a:t>
            </a:r>
          </a:p>
        </p:txBody>
      </p:sp>
    </p:spTree>
    <p:extLst>
      <p:ext uri="{BB962C8B-B14F-4D97-AF65-F5344CB8AC3E}">
        <p14:creationId xmlns:p14="http://schemas.microsoft.com/office/powerpoint/2010/main" val="5936035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419ED4-F8F3-452E-BDED-56F5F4AC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9B3541-35A1-4C90-B206-D5592EEEF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EXERCÍCIO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98F260-D22F-4144-9D23-3772772F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Listar o nome de todos os clientes individuais.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11D8DD-7EE3-4E1E-989B-EAE77209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198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BE014E-B398-4EEC-9618-B52A33A6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rPr>
              <a:t>RESULTADO ESPERADO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2536FF-F683-4947-AE73-87532E7D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0668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80D819-71F9-407A-BCC8-1103CD90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0287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nome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Ana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Pedro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Luis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Carlos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Sofia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Luisa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Antonio</a:t>
            </a:r>
          </a:p>
        </p:txBody>
      </p:sp>
    </p:spTree>
    <p:extLst>
      <p:ext uri="{BB962C8B-B14F-4D97-AF65-F5344CB8AC3E}">
        <p14:creationId xmlns:p14="http://schemas.microsoft.com/office/powerpoint/2010/main" val="3987371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E6C88A-BA82-4D43-AE88-93868786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B92B89-26F5-4694-865D-A0F5201A5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EXERCÍCIO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CEF08E-D5A0-4393-9CB7-1640A5D4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Listar o nome das organizações que trabalham no ramo Alimentar.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0A3A20-25EC-4591-8339-1BEDE88E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198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0D9953-3488-4065-8E18-9ED04A2B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rPr>
              <a:t>RESULTADO ESPERADO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D03412-44E2-40E1-8976-3E97CD67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0668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478FFC-1345-45BA-9A00-F6975F5A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0287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nome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Continente</a:t>
            </a:r>
          </a:p>
        </p:txBody>
      </p:sp>
    </p:spTree>
    <p:extLst>
      <p:ext uri="{BB962C8B-B14F-4D97-AF65-F5344CB8AC3E}">
        <p14:creationId xmlns:p14="http://schemas.microsoft.com/office/powerpoint/2010/main" val="10637171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D9675C-9DD1-432D-B410-D34F8611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F36118-FCF6-49B1-AA81-8D423819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EXERCÍCIO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732142-FCE9-4F0A-81C2-1FFA8279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Quais são os clientes individuais que não têm BI?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173F0A-623D-4E8B-B5FB-8BD677DF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198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C95DB9-F66C-41F2-9AC6-C037EBC3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rPr>
              <a:t>RESULTADO ESPERADO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2E42B1-EE52-4BF1-A31B-2960DE0F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0668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B34A96-018F-42FE-8700-579E8194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0287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nome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Luisa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Antonio</a:t>
            </a:r>
          </a:p>
        </p:txBody>
      </p:sp>
    </p:spTree>
    <p:extLst>
      <p:ext uri="{BB962C8B-B14F-4D97-AF65-F5344CB8AC3E}">
        <p14:creationId xmlns:p14="http://schemas.microsoft.com/office/powerpoint/2010/main" val="1305094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2D1504-2EC3-444B-A677-58800AE8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F54E4A-5DBA-429D-A4A1-613F6B02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EXERCÍCIO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F948E3-38FA-4C56-AC07-36C6BFA3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Quais são os hotéis com reservas em que pelo menos um quarto está afeto a mais de duas pessoas?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FE8469-D05D-454F-9FE8-D7E8E263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198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ADA6C7-B14E-45B3-9134-33078FFC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rPr>
              <a:t>RESULTADO ESPERADO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A62C19-6D60-4191-B949-18CFC833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0668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E59D12-CF92-4185-94CD-656E74304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0287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designacao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Lisboa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Roma</a:t>
            </a:r>
          </a:p>
        </p:txBody>
      </p:sp>
    </p:spTree>
    <p:extLst>
      <p:ext uri="{BB962C8B-B14F-4D97-AF65-F5344CB8AC3E}">
        <p14:creationId xmlns:p14="http://schemas.microsoft.com/office/powerpoint/2010/main" val="10787788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A55836-D721-478D-B815-6325E9A6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B4FD98-24D4-4789-97CD-CE31829A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EXERCÍCIO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84C23A-743B-4C3D-AEC8-8AD3A38A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Quais são os hotéis com reservas que se sobrepõem a agosto ou setembro de 2012?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305274-0228-4927-A845-2191E4C3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198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5FAC37-65BE-40F0-A44C-3B6AC0B1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rPr>
              <a:t>RESULTADO ESPERADO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6C3374-F729-4D46-B57B-714ED004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0668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0022D0-4720-4E1A-AEE2-2F7DF1AB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0287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designacao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Lisboa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Majestic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Mundial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Roma</a:t>
            </a:r>
          </a:p>
        </p:txBody>
      </p:sp>
    </p:spTree>
    <p:extLst>
      <p:ext uri="{BB962C8B-B14F-4D97-AF65-F5344CB8AC3E}">
        <p14:creationId xmlns:p14="http://schemas.microsoft.com/office/powerpoint/2010/main" val="4148497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89FA19-A35A-4993-91F5-1A706834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77F246-AD4B-4993-AB7F-5497A5E6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EXERCÍCIO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9CA6A3-B5B2-4A9B-A471-27AA5B2C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Quais são os números das reservas efetuadas pela ONU e pela Ana?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98CED8-4D5A-4865-8688-EB76B368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198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AF7ECA-B231-4C5F-B1DB-EC0B2CA3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rPr>
              <a:t>RESULTADO ESPERADO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0EABD3-DB3E-4BE8-B80F-9323659B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0668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969E2A-D5B3-499E-B882-099FFCE3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0287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numeroReserva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1  2  3  6  10  11  12  13  14</a:t>
            </a:r>
          </a:p>
        </p:txBody>
      </p:sp>
    </p:spTree>
    <p:extLst>
      <p:ext uri="{BB962C8B-B14F-4D97-AF65-F5344CB8AC3E}">
        <p14:creationId xmlns:p14="http://schemas.microsoft.com/office/powerpoint/2010/main" val="55051441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8D85D9-4DD1-4091-A218-ED96F1C9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B14146-11D5-4CD0-95C6-14E822141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EXERCÍCIO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F3BD4B-93ED-4768-8131-A3667860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Liste os hotéis onde o cliente ISCTE já efetuou reservas.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8B17F1-D9D5-4772-B719-E9493014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198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D031A0-E037-4129-BE0C-11C859DE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rPr>
              <a:t>RESULTADO ESPERADO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92461B-3552-44ED-B8A3-1AEFEFC4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0668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F7AB2D-6C81-4BE4-BEBC-5BE90479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0287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designacao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Alfa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Mundial</a:t>
            </a:r>
          </a:p>
        </p:txBody>
      </p:sp>
    </p:spTree>
    <p:extLst>
      <p:ext uri="{BB962C8B-B14F-4D97-AF65-F5344CB8AC3E}">
        <p14:creationId xmlns:p14="http://schemas.microsoft.com/office/powerpoint/2010/main" val="20543754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AFAD7B-8186-4A55-B602-AFEB1E07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A2F3E6-125C-4247-89C7-40F0873A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EXERCÍCIO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D5D0DB-0C8C-4EF0-8F68-AA67126C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Para cada hotel, indicar a quantidade de faturas, incluindo hotéis sem faturas.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889043-677F-465F-ACFC-36AE7AE2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198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326937-F74A-4048-B6C3-53975255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rPr>
              <a:t>RESULTADO ESPERADO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3DE6FE-D229-417A-8AF4-28D0470D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0668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C7105D-3BBE-41A7-84A1-198A11F4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0287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designacao   totalFacturas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Alfa         3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Baia         0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Lisboa       4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Majestic     2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Mundial      1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Roma         5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Sheraton     1</a:t>
            </a:r>
          </a:p>
        </p:txBody>
      </p:sp>
    </p:spTree>
    <p:extLst>
      <p:ext uri="{BB962C8B-B14F-4D97-AF65-F5344CB8AC3E}">
        <p14:creationId xmlns:p14="http://schemas.microsoft.com/office/powerpoint/2010/main" val="10030267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BBBC47-F57C-444A-8F4A-86ACF5A1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24C9B6-69C5-45EB-9FAA-7C3AD626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EXERCÍCIO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30290C-D8BB-4FF8-AFCE-7C93AF9E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Para cada hotel, indicar o total de quartos, incluindo hotéis sem quartos.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99FE7-374C-4EDD-B583-B7477653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198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4D9915-CD09-4D0E-B20B-823F2D1B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rPr>
              <a:t>RESULTADO ESPERADO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25FDA9-F905-44D9-870B-A00D616B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0668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7C83A4-2B4C-479D-BE5D-26F1178C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0287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designacao   totalQuartos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Alfa         8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Baia         0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Lisboa       6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Majestic     4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Mundial      12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Roma         10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Sheraton     10</a:t>
            </a:r>
          </a:p>
        </p:txBody>
      </p:sp>
    </p:spTree>
    <p:extLst>
      <p:ext uri="{BB962C8B-B14F-4D97-AF65-F5344CB8AC3E}">
        <p14:creationId xmlns:p14="http://schemas.microsoft.com/office/powerpoint/2010/main" val="190307326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9D9559-C675-4C69-B1A7-6703D2DC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CE78C2-B317-4D2B-964D-79E93F30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EXERCÍCIO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F3A524-C8D5-4689-A7CB-61A51AE1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Listar os hotéis com o maior número de quartos.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2E27F7-B361-45E8-86BF-AD10AABF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198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6C8BC4-B938-417A-A174-8169AFD3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rPr>
              <a:t>RESULTADO ESPERADO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C1D1F7-C56A-4128-AA59-D02B1A4C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0668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A0AB1C-DEB7-4E54-BAAA-C47D1986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0287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designacao   totalQuartos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Mundial      12</a:t>
            </a:r>
          </a:p>
        </p:txBody>
      </p:sp>
    </p:spTree>
    <p:extLst>
      <p:ext uri="{BB962C8B-B14F-4D97-AF65-F5344CB8AC3E}">
        <p14:creationId xmlns:p14="http://schemas.microsoft.com/office/powerpoint/2010/main" val="113185756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2B23DA-C31C-480F-80A8-5861BC81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7AEE9B-22AC-4F64-BFF0-18287F69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EXERCÍCIO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F243B9-CCBA-4B01-9CB9-FEE4384A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Para cada organização, indicar o total de reservas, incluindo organizações sem reservas.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5EFAB3-19D9-43C6-A96C-8DAB5E88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198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74ACDE-6C3E-479C-9464-57138E40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rPr>
              <a:t>RESULTADO ESPERADO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457380-B194-4887-BAA4-B620081EC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0668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D70DCF-9A2E-4889-91A4-42B88120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0287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nome         totalReservas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ISCTE        3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ONU          8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NASA         0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CE           2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TAP          2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Continente   0</a:t>
            </a:r>
          </a:p>
        </p:txBody>
      </p:sp>
    </p:spTree>
    <p:extLst>
      <p:ext uri="{BB962C8B-B14F-4D97-AF65-F5344CB8AC3E}">
        <p14:creationId xmlns:p14="http://schemas.microsoft.com/office/powerpoint/2010/main" val="72193573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9618C2-18AB-4787-8318-FAE21428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7F69BC-A117-4A76-9D9F-879EF426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EXERCÍCIO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011E9A-1107-4542-8000-71711BFC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Para cada organização e cada hotel, indicar o total de reservas, incluindo combinações sem reservas.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DBCF21-7D87-4A8F-8A24-AE8D706F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198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19C2CD-5845-4A06-B300-E4F33C4D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rPr>
              <a:t>RESULTADO ESPERADO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B6B5D1-61FC-483C-9A33-C20AD8E8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0668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95B77F-2854-48A7-A643-E90221F6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0287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organização  AL BH LS MJ MN RM SH</a:t>
            </a:r>
          </a:p>
          <a:p xmlns:a="http://schemas.openxmlformats.org/drawingml/2006/main">
            <a:pPr>
              <a:def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ISCTE         2  0  0  0  1  0  0</a:t>
            </a:r>
          </a:p>
          <a:p xmlns:a="http://schemas.openxmlformats.org/drawingml/2006/main">
            <a:pPr>
              <a:def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ONU           2  0  1  1  1  2  1</a:t>
            </a:r>
          </a:p>
          <a:p xmlns:a="http://schemas.openxmlformats.org/drawingml/2006/main">
            <a:pPr>
              <a:def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NASA          0  0  0  0  0  0  0</a:t>
            </a:r>
          </a:p>
          <a:p xmlns:a="http://schemas.openxmlformats.org/drawingml/2006/main">
            <a:pPr>
              <a:def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CE            0  0  0  0  0  2  0</a:t>
            </a:r>
          </a:p>
          <a:p xmlns:a="http://schemas.openxmlformats.org/drawingml/2006/main">
            <a:pPr>
              <a:def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TAP           0  0  0  2  0  0  0</a:t>
            </a:r>
          </a:p>
          <a:p xmlns:a="http://schemas.openxmlformats.org/drawingml/2006/main">
            <a:pPr>
              <a:def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Continente    0  0  0  0  0  0  0</a:t>
            </a:r>
          </a:p>
        </p:txBody>
      </p:sp>
    </p:spTree>
    <p:extLst>
      <p:ext uri="{BB962C8B-B14F-4D97-AF65-F5344CB8AC3E}">
        <p14:creationId xmlns:p14="http://schemas.microsoft.com/office/powerpoint/2010/main" val="172647862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4E27D4-817C-402F-BCB5-0DB6C426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C3347A-4E01-4510-A112-BE32025D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EXERCÍCIO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911F6D-CDA7-4913-ABAF-A019727E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Listar os hotéis com o maior número de quartos livres, considerando livre um quarto que nunca aparece numa reserva.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2FCC8E-A3E3-41C2-82C9-41A2EBD6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198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86D9B2-52E1-4751-891B-6A12D7B8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rPr>
              <a:t>RESULTADO ESPERADO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2F0123-FCB1-4C01-8542-D2BAE350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0668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C7F71F-29AA-41FE-A5F2-71EDDAE3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0287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designacao   totalLivres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Mundial      8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Sheraton     8</a:t>
            </a:r>
          </a:p>
        </p:txBody>
      </p:sp>
    </p:spTree>
    <p:extLst>
      <p:ext uri="{BB962C8B-B14F-4D97-AF65-F5344CB8AC3E}">
        <p14:creationId xmlns:p14="http://schemas.microsoft.com/office/powerpoint/2010/main" val="22221120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ED590C-62D2-43F8-8472-31107DA0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DBA1DE-FC3D-4123-9AE4-1BE55767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EXERCÍCIO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E4B22D-A4AB-4022-9ECA-90AB2A73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Listar as organizações que têm reservas em todos os hotéis com quartos.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EB8E35-09F8-413D-AB8C-EF09AFF2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198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D1A80D-97A5-4005-8894-F836FB0E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rPr>
              <a:t>RESULTADO ESPERADO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34500E-C545-4F72-9154-0C301359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0668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6938A5-F81E-4221-B63A-0C91E6B1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0287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nome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ONU</a:t>
            </a:r>
          </a:p>
        </p:txBody>
      </p:sp>
    </p:spTree>
    <p:extLst>
      <p:ext uri="{BB962C8B-B14F-4D97-AF65-F5344CB8AC3E}">
        <p14:creationId xmlns:p14="http://schemas.microsoft.com/office/powerpoint/2010/main" val="17718112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0D32EF-FE7D-4FAF-BC49-549065F9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8A04DB-8E04-402E-AD10-CF4E4EBF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EXERCÍCIO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F76433-8713-472E-AC93-9F62CF95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Listar o hotel com maior volume de faturação e indicar o respetivo valor.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9AD4CA-5525-4C61-AEAB-F49CA67F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198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35776D-54F2-40E7-A8D7-7D248950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rPr>
              <a:t>RESULTADO ESPERADO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A66EB8-7016-4309-AF19-6EC5CC2B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0668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F3B718-A0F5-4829-973B-B0472420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0287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designacao   total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Roma         2000.00</a:t>
            </a:r>
          </a:p>
        </p:txBody>
      </p:sp>
    </p:spTree>
    <p:extLst>
      <p:ext uri="{BB962C8B-B14F-4D97-AF65-F5344CB8AC3E}">
        <p14:creationId xmlns:p14="http://schemas.microsoft.com/office/powerpoint/2010/main" val="7420859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2026-09-13T11:30:03.7870000Z</dcterms:created>
  <dcterms:modified xsi:type="dcterms:W3CDTF">2026-09-13T11:30:03.7870000Z</dcterms:modified>
</coreProperties>
</file>