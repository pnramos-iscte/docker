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c8e9300057447a" /><Relationship Type="http://schemas.openxmlformats.org/officeDocument/2006/relationships/extended-properties" Target="/docProps/app.xml" Id="R594d2925da4f4ca4" /><Relationship Type="http://schemas.openxmlformats.org/officeDocument/2006/relationships/officeDocument" Target="/ppt/presentation.xml" Id="R9c4186206c544b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90c6c635c4ae1"/>
  </p:sldMasterIdLst>
  <p:notesMasterIdLst>
    <p:notesMasterId xmlns:r="http://schemas.openxmlformats.org/officeDocument/2006/relationships" r:id="Rcd350a54ad074e14"/>
  </p:notesMasterIdLst>
  <p:sldIdLst>
    <p:sldId xmlns:r="http://schemas.openxmlformats.org/officeDocument/2006/relationships" id="256" r:id="Rf894fb334dbf4f28"/>
    <p:sldId xmlns:r="http://schemas.openxmlformats.org/officeDocument/2006/relationships" id="257" r:id="R917821d624204cb4"/>
    <p:sldId xmlns:r="http://schemas.openxmlformats.org/officeDocument/2006/relationships" id="258" r:id="R43961777d0b7489d"/>
    <p:sldId xmlns:r="http://schemas.openxmlformats.org/officeDocument/2006/relationships" id="259" r:id="Ra2c4b1eed3b84f79"/>
    <p:sldId xmlns:r="http://schemas.openxmlformats.org/officeDocument/2006/relationships" id="260" r:id="R5c10fd292ed94e99"/>
    <p:sldId xmlns:r="http://schemas.openxmlformats.org/officeDocument/2006/relationships" id="261" r:id="Rb6fa1b273db14d96"/>
    <p:sldId xmlns:r="http://schemas.openxmlformats.org/officeDocument/2006/relationships" id="262" r:id="R2f7b5a5d2a1944b1"/>
    <p:sldId xmlns:r="http://schemas.openxmlformats.org/officeDocument/2006/relationships" id="263" r:id="Rc387f8e7bd794ef3"/>
    <p:sldId xmlns:r="http://schemas.openxmlformats.org/officeDocument/2006/relationships" id="264" r:id="R2d663bff9d0c450e"/>
    <p:sldId xmlns:r="http://schemas.openxmlformats.org/officeDocument/2006/relationships" id="265" r:id="Ra4a1e3eaccc346ec"/>
    <p:sldId xmlns:r="http://schemas.openxmlformats.org/officeDocument/2006/relationships" id="266" r:id="R58dc26089b974944"/>
    <p:sldId xmlns:r="http://schemas.openxmlformats.org/officeDocument/2006/relationships" id="267" r:id="R78d5a60d2e834105"/>
    <p:sldId xmlns:r="http://schemas.openxmlformats.org/officeDocument/2006/relationships" id="268" r:id="Rf9e28881c0b64033"/>
    <p:sldId xmlns:r="http://schemas.openxmlformats.org/officeDocument/2006/relationships" id="269" r:id="R81bf08491a5b41a9"/>
    <p:sldId xmlns:r="http://schemas.openxmlformats.org/officeDocument/2006/relationships" id="270" r:id="Ra6c1a119adb946e9"/>
    <p:sldId xmlns:r="http://schemas.openxmlformats.org/officeDocument/2006/relationships" id="271" r:id="Ra98d2f35d6c04135"/>
    <p:sldId xmlns:r="http://schemas.openxmlformats.org/officeDocument/2006/relationships" id="272" r:id="R9cfbc1dc48ef45c5"/>
    <p:sldId xmlns:r="http://schemas.openxmlformats.org/officeDocument/2006/relationships" id="273" r:id="Rc1f22a5fb42d4450"/>
    <p:sldId xmlns:r="http://schemas.openxmlformats.org/officeDocument/2006/relationships" id="274" r:id="R2e71ea229aa54c20"/>
    <p:sldId xmlns:r="http://schemas.openxmlformats.org/officeDocument/2006/relationships" id="275" r:id="R88221ccb832f42e9"/>
    <p:sldId xmlns:r="http://schemas.openxmlformats.org/officeDocument/2006/relationships" id="276" r:id="R035516fea20848f5"/>
    <p:sldId xmlns:r="http://schemas.openxmlformats.org/officeDocument/2006/relationships" id="277" r:id="Rdbe675f84c784747"/>
    <p:sldId xmlns:r="http://schemas.openxmlformats.org/officeDocument/2006/relationships" id="278" r:id="Rfef8fd7ebeac43f3"/>
    <p:sldId xmlns:r="http://schemas.openxmlformats.org/officeDocument/2006/relationships" id="279" r:id="Ra204fcb0e58842a6"/>
    <p:sldId xmlns:r="http://schemas.openxmlformats.org/officeDocument/2006/relationships" id="280" r:id="R6489832abdec41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7dff3560ce44ce" /><Relationship Type="http://schemas.openxmlformats.org/officeDocument/2006/relationships/slideMaster" Target="/ppt/slideMasters/slideMaster1.xml" Id="R97990c6c635c4ae1" /><Relationship Type="http://schemas.openxmlformats.org/officeDocument/2006/relationships/notesMaster" Target="/ppt/notesMasters/notesMaster1.xml" Id="Rcd350a54ad074e14" /><Relationship Type="http://schemas.openxmlformats.org/officeDocument/2006/relationships/presProps" Target="/ppt/presProps.xml" Id="R7c875f7d753a4df8" /><Relationship Type="http://schemas.openxmlformats.org/officeDocument/2006/relationships/tableStyles" Target="/ppt/tableStyles.xml" Id="R50062141ec214873" /><Relationship Type="http://schemas.openxmlformats.org/officeDocument/2006/relationships/slide" Target="/ppt/slides/slide1.xml" Id="Rf894fb334dbf4f28" /><Relationship Type="http://schemas.openxmlformats.org/officeDocument/2006/relationships/slide" Target="/ppt/slides/slide2.xml" Id="R917821d624204cb4" /><Relationship Type="http://schemas.openxmlformats.org/officeDocument/2006/relationships/slide" Target="/ppt/slides/slide3.xml" Id="R43961777d0b7489d" /><Relationship Type="http://schemas.openxmlformats.org/officeDocument/2006/relationships/slide" Target="/ppt/slides/slide4.xml" Id="Ra2c4b1eed3b84f79" /><Relationship Type="http://schemas.openxmlformats.org/officeDocument/2006/relationships/slide" Target="/ppt/slides/slide5.xml" Id="R5c10fd292ed94e99" /><Relationship Type="http://schemas.openxmlformats.org/officeDocument/2006/relationships/slide" Target="/ppt/slides/slide6.xml" Id="Rb6fa1b273db14d96" /><Relationship Type="http://schemas.openxmlformats.org/officeDocument/2006/relationships/slide" Target="/ppt/slides/slide7.xml" Id="R2f7b5a5d2a1944b1" /><Relationship Type="http://schemas.openxmlformats.org/officeDocument/2006/relationships/slide" Target="/ppt/slides/slide8.xml" Id="Rc387f8e7bd794ef3" /><Relationship Type="http://schemas.openxmlformats.org/officeDocument/2006/relationships/slide" Target="/ppt/slides/slide9.xml" Id="R2d663bff9d0c450e" /><Relationship Type="http://schemas.openxmlformats.org/officeDocument/2006/relationships/slide" Target="/ppt/slides/slide10.xml" Id="Ra4a1e3eaccc346ec" /><Relationship Type="http://schemas.openxmlformats.org/officeDocument/2006/relationships/slide" Target="/ppt/slides/slide11.xml" Id="R58dc26089b974944" /><Relationship Type="http://schemas.openxmlformats.org/officeDocument/2006/relationships/slide" Target="/ppt/slides/slide12.xml" Id="R78d5a60d2e834105" /><Relationship Type="http://schemas.openxmlformats.org/officeDocument/2006/relationships/slide" Target="/ppt/slides/slide13.xml" Id="Rf9e28881c0b64033" /><Relationship Type="http://schemas.openxmlformats.org/officeDocument/2006/relationships/slide" Target="/ppt/slides/slide14.xml" Id="R81bf08491a5b41a9" /><Relationship Type="http://schemas.openxmlformats.org/officeDocument/2006/relationships/slide" Target="/ppt/slides/slide15.xml" Id="Ra6c1a119adb946e9" /><Relationship Type="http://schemas.openxmlformats.org/officeDocument/2006/relationships/slide" Target="/ppt/slides/slide16.xml" Id="Ra98d2f35d6c04135" /><Relationship Type="http://schemas.openxmlformats.org/officeDocument/2006/relationships/slide" Target="/ppt/slides/slide17.xml" Id="R9cfbc1dc48ef45c5" /><Relationship Type="http://schemas.openxmlformats.org/officeDocument/2006/relationships/slide" Target="/ppt/slides/slide18.xml" Id="Rc1f22a5fb42d4450" /><Relationship Type="http://schemas.openxmlformats.org/officeDocument/2006/relationships/slide" Target="/ppt/slides/slide19.xml" Id="R2e71ea229aa54c20" /><Relationship Type="http://schemas.openxmlformats.org/officeDocument/2006/relationships/slide" Target="/ppt/slides/slide20.xml" Id="R88221ccb832f42e9" /><Relationship Type="http://schemas.openxmlformats.org/officeDocument/2006/relationships/slide" Target="/ppt/slides/slide21.xml" Id="R035516fea20848f5" /><Relationship Type="http://schemas.openxmlformats.org/officeDocument/2006/relationships/slide" Target="/ppt/slides/slide22.xml" Id="Rdbe675f84c784747" /><Relationship Type="http://schemas.openxmlformats.org/officeDocument/2006/relationships/slide" Target="/ppt/slides/slide23.xml" Id="Rfef8fd7ebeac43f3" /><Relationship Type="http://schemas.openxmlformats.org/officeDocument/2006/relationships/slide" Target="/ppt/slides/slide24.xml" Id="Ra204fcb0e58842a6" /><Relationship Type="http://schemas.openxmlformats.org/officeDocument/2006/relationships/slide" Target="/ppt/slides/slide25.xml" Id="R6489832abdec41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1e9ee58e574d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caace9798c408c" /><Relationship Type="http://schemas.openxmlformats.org/officeDocument/2006/relationships/notesMaster" Target="/ppt/notesMasters/notesMaster1.xml" Id="Rcb8fdf1bf3ed42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11fd4ad6964cdc" /><Relationship Type="http://schemas.openxmlformats.org/officeDocument/2006/relationships/notesMaster" Target="/ppt/notesMasters/notesMaster1.xml" Id="R1ea09343cb5946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7243c2d08c4635" /><Relationship Type="http://schemas.openxmlformats.org/officeDocument/2006/relationships/notesMaster" Target="/ppt/notesMasters/notesMaster1.xml" Id="R6243785e12fa44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250f2b5c5443ea" /><Relationship Type="http://schemas.openxmlformats.org/officeDocument/2006/relationships/notesMaster" Target="/ppt/notesMasters/notesMaster1.xml" Id="R55d49ff124a14d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511a4ba8274229" /><Relationship Type="http://schemas.openxmlformats.org/officeDocument/2006/relationships/notesMaster" Target="/ppt/notesMasters/notesMaster1.xml" Id="Reb7aa129b08345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0539c9c80d4e32" /><Relationship Type="http://schemas.openxmlformats.org/officeDocument/2006/relationships/notesMaster" Target="/ppt/notesMasters/notesMaster1.xml" Id="R051400878a574e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a8ea3b5fa64647" /><Relationship Type="http://schemas.openxmlformats.org/officeDocument/2006/relationships/notesMaster" Target="/ppt/notesMasters/notesMaster1.xml" Id="Rd7426581ceef42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68f73806bf4686" /><Relationship Type="http://schemas.openxmlformats.org/officeDocument/2006/relationships/notesMaster" Target="/ppt/notesMasters/notesMaster1.xml" Id="R5aab614e4df844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f9c9db216e404d" /><Relationship Type="http://schemas.openxmlformats.org/officeDocument/2006/relationships/notesMaster" Target="/ppt/notesMasters/notesMaster1.xml" Id="Re793abb01b9641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c217c3b98747b2" /><Relationship Type="http://schemas.openxmlformats.org/officeDocument/2006/relationships/notesMaster" Target="/ppt/notesMasters/notesMaster1.xml" Id="R3a29574efaf54e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873244e836448b" /><Relationship Type="http://schemas.openxmlformats.org/officeDocument/2006/relationships/notesMaster" Target="/ppt/notesMasters/notesMaster1.xml" Id="R6543f7aa613b4d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268ccd965849b3" /><Relationship Type="http://schemas.openxmlformats.org/officeDocument/2006/relationships/notesMaster" Target="/ppt/notesMasters/notesMaster1.xml" Id="Rd84865f4941f45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b100e68c77440b" /><Relationship Type="http://schemas.openxmlformats.org/officeDocument/2006/relationships/notesMaster" Target="/ppt/notesMasters/notesMaster1.xml" Id="R1175aefd1a0743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da92d95b124bc3" /><Relationship Type="http://schemas.openxmlformats.org/officeDocument/2006/relationships/notesMaster" Target="/ppt/notesMasters/notesMaster1.xml" Id="R501508dd15e04d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18d01f7b644c3c" /><Relationship Type="http://schemas.openxmlformats.org/officeDocument/2006/relationships/notesMaster" Target="/ppt/notesMasters/notesMaster1.xml" Id="Re70b22fa473841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07305692bb404f" /><Relationship Type="http://schemas.openxmlformats.org/officeDocument/2006/relationships/notesMaster" Target="/ppt/notesMasters/notesMaster1.xml" Id="Ra89f2d1d08134c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32e78218c44811" /><Relationship Type="http://schemas.openxmlformats.org/officeDocument/2006/relationships/notesMaster" Target="/ppt/notesMasters/notesMaster1.xml" Id="Rfe7c47b8f7be47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f6f8ced96cd4b5c" /><Relationship Type="http://schemas.openxmlformats.org/officeDocument/2006/relationships/notesMaster" Target="/ppt/notesMasters/notesMaster1.xml" Id="Rdd713acde70847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738e126c494aa6" /><Relationship Type="http://schemas.openxmlformats.org/officeDocument/2006/relationships/notesMaster" Target="/ppt/notesMasters/notesMaster1.xml" Id="R4ca83a3eadbb47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2ba6ef6602492e" /><Relationship Type="http://schemas.openxmlformats.org/officeDocument/2006/relationships/notesMaster" Target="/ppt/notesMasters/notesMaster1.xml" Id="Re99a2ef573ab4b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e6e4ca097984bc6" /><Relationship Type="http://schemas.openxmlformats.org/officeDocument/2006/relationships/notesMaster" Target="/ppt/notesMasters/notesMaster1.xml" Id="R4bf4f9d2842e4b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639f56ed7f470d" /><Relationship Type="http://schemas.openxmlformats.org/officeDocument/2006/relationships/notesMaster" Target="/ppt/notesMasters/notesMaster1.xml" Id="Rfd79b1dc2af241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686e261597c4a86" /><Relationship Type="http://schemas.openxmlformats.org/officeDocument/2006/relationships/notesMaster" Target="/ppt/notesMasters/notesMaster1.xml" Id="Rf0596ce1bdc04e1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3194d2dc9be4df8" /><Relationship Type="http://schemas.openxmlformats.org/officeDocument/2006/relationships/notesMaster" Target="/ppt/notesMasters/notesMaster1.xml" Id="R91c62a72d1f4451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605efd1eaeb45d9" /><Relationship Type="http://schemas.openxmlformats.org/officeDocument/2006/relationships/notesMaster" Target="/ppt/notesMasters/notesMaster1.xml" Id="Re8138b31c2b043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3ad94b8ea41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1f39f960134f43" /><Relationship Type="http://schemas.openxmlformats.org/officeDocument/2006/relationships/slideLayout" Target="/ppt/slideLayouts/slideLayout1.xml" Id="Rc23c2a6ca4cd4e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c2a6ca4cd4e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5fdca5c3c4cc7" /><Relationship Type="http://schemas.openxmlformats.org/officeDocument/2006/relationships/notesSlide" Target="/ppt/notesSlides/notesSlide1.xml" Id="Ra457a0d460d947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1e424342f495c" /><Relationship Type="http://schemas.openxmlformats.org/officeDocument/2006/relationships/notesSlide" Target="/ppt/notesSlides/notesSlide2.xml" Id="R05d30878e6fb42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e8646b97142fd" /><Relationship Type="http://schemas.openxmlformats.org/officeDocument/2006/relationships/image" Target="/ppt/media/image.png" Id="R844a9103f2b24e06" /><Relationship Type="http://schemas.openxmlformats.org/officeDocument/2006/relationships/notesSlide" Target="/ppt/notesSlides/notesSlide3.xml" Id="R40bcdce8eabc4e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065d820a94b2c" /><Relationship Type="http://schemas.openxmlformats.org/officeDocument/2006/relationships/image" Target="/ppt/media/image2.png" Id="R985f0f9770b04a80" /><Relationship Type="http://schemas.openxmlformats.org/officeDocument/2006/relationships/notesSlide" Target="/ppt/notesSlides/notesSlide4.xml" Id="Rde80733ba7c74c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ce45064004fb1" /><Relationship Type="http://schemas.openxmlformats.org/officeDocument/2006/relationships/image" Target="/ppt/media/image3.png" Id="R99918e0ff25d49ee" /><Relationship Type="http://schemas.openxmlformats.org/officeDocument/2006/relationships/notesSlide" Target="/ppt/notesSlides/notesSlide5.xml" Id="R2d289545601a44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ad276de464495" /><Relationship Type="http://schemas.openxmlformats.org/officeDocument/2006/relationships/image" Target="/ppt/media/image4.png" Id="Rdf83e604fe154205" /><Relationship Type="http://schemas.openxmlformats.org/officeDocument/2006/relationships/notesSlide" Target="/ppt/notesSlides/notesSlide6.xml" Id="R7bad20c514f84c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15e7b001d4916" /><Relationship Type="http://schemas.openxmlformats.org/officeDocument/2006/relationships/image" Target="/ppt/media/image5.png" Id="Ra3df8e3d30a14168" /><Relationship Type="http://schemas.openxmlformats.org/officeDocument/2006/relationships/notesSlide" Target="/ppt/notesSlides/notesSlide7.xml" Id="R542bb30ec9c04d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62658a06c409b" /><Relationship Type="http://schemas.openxmlformats.org/officeDocument/2006/relationships/image" Target="/ppt/media/image6.png" Id="R343699aec78b4ee6" /><Relationship Type="http://schemas.openxmlformats.org/officeDocument/2006/relationships/notesSlide" Target="/ppt/notesSlides/notesSlide8.xml" Id="R49b03a3a91294a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fdb85faa745c3" /><Relationship Type="http://schemas.openxmlformats.org/officeDocument/2006/relationships/image" Target="/ppt/media/image7.png" Id="R7c8346ccd26946e0" /><Relationship Type="http://schemas.openxmlformats.org/officeDocument/2006/relationships/notesSlide" Target="/ppt/notesSlides/notesSlide9.xml" Id="R22be9b818b724f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81815b20c4fd2" /><Relationship Type="http://schemas.openxmlformats.org/officeDocument/2006/relationships/image" Target="/ppt/media/image8.png" Id="Ra83b85977ba2413a" /><Relationship Type="http://schemas.openxmlformats.org/officeDocument/2006/relationships/notesSlide" Target="/ppt/notesSlides/notesSlide10.xml" Id="R6e03c6ff4a9042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dce4400ba421f" /><Relationship Type="http://schemas.openxmlformats.org/officeDocument/2006/relationships/image" Target="/ppt/media/image9.png" Id="R3d1a946598fb448f" /><Relationship Type="http://schemas.openxmlformats.org/officeDocument/2006/relationships/notesSlide" Target="/ppt/notesSlides/notesSlide11.xml" Id="R58c539791d6b41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3d7484a0b4d84" /><Relationship Type="http://schemas.openxmlformats.org/officeDocument/2006/relationships/image" Target="/ppt/media/image10.png" Id="Rbaa3b84e62b84af3" /><Relationship Type="http://schemas.openxmlformats.org/officeDocument/2006/relationships/notesSlide" Target="/ppt/notesSlides/notesSlide12.xml" Id="Rc73b328b4efa4b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43192560241b0" /><Relationship Type="http://schemas.openxmlformats.org/officeDocument/2006/relationships/image" Target="/ppt/media/image11.png" Id="R9da9842713be4e50" /><Relationship Type="http://schemas.openxmlformats.org/officeDocument/2006/relationships/notesSlide" Target="/ppt/notesSlides/notesSlide13.xml" Id="R37a734a57c2842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c3380c2e14456" /><Relationship Type="http://schemas.openxmlformats.org/officeDocument/2006/relationships/image" Target="/ppt/media/image12.png" Id="R92c206f4743d4405" /><Relationship Type="http://schemas.openxmlformats.org/officeDocument/2006/relationships/notesSlide" Target="/ppt/notesSlides/notesSlide14.xml" Id="R082f2b492ef648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8c2e49d1e41a6" /><Relationship Type="http://schemas.openxmlformats.org/officeDocument/2006/relationships/image" Target="/ppt/media/image13.png" Id="Re0516601876e45fe" /><Relationship Type="http://schemas.openxmlformats.org/officeDocument/2006/relationships/notesSlide" Target="/ppt/notesSlides/notesSlide15.xml" Id="Re08e8a23c02045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01ce1123a40cf" /><Relationship Type="http://schemas.openxmlformats.org/officeDocument/2006/relationships/image" Target="/ppt/media/image14.png" Id="Rdb837c1c947d4d2a" /><Relationship Type="http://schemas.openxmlformats.org/officeDocument/2006/relationships/notesSlide" Target="/ppt/notesSlides/notesSlide16.xml" Id="R7765a74269424a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830c6e0824eb6" /><Relationship Type="http://schemas.openxmlformats.org/officeDocument/2006/relationships/image" Target="/ppt/media/image15.png" Id="R2709327fca714ad4" /><Relationship Type="http://schemas.openxmlformats.org/officeDocument/2006/relationships/notesSlide" Target="/ppt/notesSlides/notesSlide17.xml" Id="R05f09e0f128d4d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d4e9fe5c04caa" /><Relationship Type="http://schemas.openxmlformats.org/officeDocument/2006/relationships/notesSlide" Target="/ppt/notesSlides/notesSlide18.xml" Id="Re97416cf169243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aed7aab4e459d" /><Relationship Type="http://schemas.openxmlformats.org/officeDocument/2006/relationships/notesSlide" Target="/ppt/notesSlides/notesSlide19.xml" Id="Rb6780e4991f240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aec1978ff4ce2" /><Relationship Type="http://schemas.openxmlformats.org/officeDocument/2006/relationships/notesSlide" Target="/ppt/notesSlides/notesSlide20.xml" Id="R4601f50cb80344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1eab11c154573" /><Relationship Type="http://schemas.openxmlformats.org/officeDocument/2006/relationships/notesSlide" Target="/ppt/notesSlides/notesSlide21.xml" Id="R1d6f90a0cbdf46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62bfd11244d5f" /><Relationship Type="http://schemas.openxmlformats.org/officeDocument/2006/relationships/notesSlide" Target="/ppt/notesSlides/notesSlide22.xml" Id="R0c9586c105194d1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a18c0e2e447e2" /><Relationship Type="http://schemas.openxmlformats.org/officeDocument/2006/relationships/notesSlide" Target="/ppt/notesSlides/notesSlide23.xml" Id="Rbeeb0c0795c042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ad49f16bf4e7d" /><Relationship Type="http://schemas.openxmlformats.org/officeDocument/2006/relationships/notesSlide" Target="/ppt/notesSlides/notesSlide24.xml" Id="Rbc7e4c167d434db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cef5b87504cbb" /><Relationship Type="http://schemas.openxmlformats.org/officeDocument/2006/relationships/notesSlide" Target="/ppt/notesSlides/notesSlide25.xml" Id="R7a070e11cbf94d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583CA-367E-4112-80D1-50604865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B08FA-458E-4307-AAC9-08B070C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D5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5D5D7"/>
                </a:solidFill>
                <a:latin typeface="Helvetica Neue"/>
                <a:ea typeface="Helvetica Neue"/>
                <a:cs typeface="Helvetica Neue"/>
              </a:rPr>
              <a:t>BASES DE DADOS · TUTORIAL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51591-7811-40FA-BD9F-98CE3791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NoSQL e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MongoDB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86FBC-FCED-4641-AC04-50551CBC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1D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1DEE4"/>
                </a:solidFill>
                <a:latin typeface="Helvetica Neue"/>
                <a:ea typeface="Helvetica Neue"/>
                <a:cs typeface="Helvetica Neue"/>
              </a:rPr>
              <a:t>Da flexibilidade dos documentos às primeiras consultas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54E22-0A3A-4746-A5FE-8C73AADD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</p:spTree>
    <p:extLst>
      <p:ext uri="{BB962C8B-B14F-4D97-AF65-F5344CB8AC3E}">
        <p14:creationId xmlns:p14="http://schemas.microsoft.com/office/powerpoint/2010/main" val="422753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E22E1-64AE-4CF0-9AF8-68236776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BBFEC-E2A4-421B-B90B-19C83B8C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884B0-B42D-4B10-A889-7100FB92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que significa NoSQL?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06E1F-CA65-489D-8926-EE3F650F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1519F-A9DF-435F-BE01-A1685BF9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NoSQL significa habitualmente Not Only SQL.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87052-2489-494B-8C86-866F5DAC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O nome reúne várias famílias de bases de dados que não organizam obrigatoriamente toda a informação em tabelas relacionadas. Há modelos documentais, chave-valor, colunares e orientados a grafos.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58BB9-D6A1-4DEC-9B38-8D94E7FF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Nesta aula: flexibilidade da estrutura, distribuição dos dados e tolerância a falhas.</a:t>
            </a:r>
          </a:p>
        </p:txBody>
      </p:sp>
    </p:spTree>
    <p:extLst>
      <p:ext uri="{BB962C8B-B14F-4D97-AF65-F5344CB8AC3E}">
        <p14:creationId xmlns:p14="http://schemas.microsoft.com/office/powerpoint/2010/main" val="204660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0D044-826A-4688-BFF5-2F96151E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D2996-5A2D-42A1-B85E-191DA4DE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31609-4667-4E75-BDB6-BF880ABB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NoSQL: mais do que uma tecnologia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D01B8-0053-4A92-80D3-99ACF226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a9103f2b24e06"/>
          <a:srcRect xmlns:a="http://schemas.openxmlformats.org/drawingml/2006/main" l="0" t="12268" r="0" b="12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49456-9193-400E-8AA8-E9D4456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58249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33D31-BB72-4131-8CB2-503B0A01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A85B3-01A0-4B97-A608-3E9EFC8C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BCC15-7F01-4E7A-9E12-E697DB05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Estrutura fixa no 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21774-3128-431C-807E-F31EC786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f0f9770b04a80"/>
          <a:srcRect xmlns:a="http://schemas.openxmlformats.org/drawingml/2006/main" l="0" t="12971" r="0" b="12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D9247-51D2-4166-8EA9-EC7A051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99241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0A4D3-E03B-4885-8965-C7A4EA02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96937-E1A4-4257-9D87-6499907D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BCE4D-B025-4F36-B9FE-E1828015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Quando os novos dados não cabem na tabela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AF55B-7A67-49AC-891E-EFF0548A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18e0ff25d49ee"/>
          <a:srcRect xmlns:a="http://schemas.openxmlformats.org/drawingml/2006/main" l="0" t="13479" r="0" b="134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22586-1384-4A7B-BC89-B01EF5EE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422103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EDA1B-F091-4AB7-BE7D-923BBC2F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D399F-0575-4BD6-BD39-8311482C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B406F-4D28-44ED-A4DF-9AA30E65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Registos com atributos diferentes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20293-5FA8-4D5C-8E2F-E1ACDB59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3e604fe154205"/>
          <a:srcRect xmlns:a="http://schemas.openxmlformats.org/drawingml/2006/main" l="0" t="13318" r="0" b="13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EE59F-EDE6-49BB-9908-69C9DCB1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36265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6DFC4-4742-4712-BE23-81DC0D91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E2EB5-62F0-4D3B-B59A-E0B3242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0792C-92AB-43A1-B140-78C11D4A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Novos dados da Internet das Coisas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9DEB6-C07C-4174-B380-15576E0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f8e3d30a14168"/>
          <a:srcRect xmlns:a="http://schemas.openxmlformats.org/drawingml/2006/main" l="0" t="12088" r="0" b="12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BE976-D74F-446D-A7E1-F3B61805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06183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BDB95-55A4-4DBB-B673-415B9A93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590E6-CC26-4479-BE62-02F19C9F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5EB73-136F-4DE3-BAF3-8A448EB8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Novos dados das redes sociais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28624-3450-4752-B66D-631B4FAE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699aec78b4ee6"/>
          <a:srcRect xmlns:a="http://schemas.openxmlformats.org/drawingml/2006/main" l="0" t="12820" r="0" b="12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0C21D-F6DC-4DCC-9432-72BF937D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53312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436B5-B242-4CE9-89BB-C55DBEA2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69ABE-2A20-4F42-A10E-C498A965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41F83-D9E6-4F53-9E3C-D9884EFF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Documentos e informação repetida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3C033-059D-4F56-8D1B-C0CD27A9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346ccd26946e0"/>
          <a:srcRect xmlns:a="http://schemas.openxmlformats.org/drawingml/2006/main" l="0" t="12419" r="0" b="124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F374A-FC7C-4C11-AB34-968FA67D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790628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62D29-E60D-4423-921D-1DF52CF7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FFFA2-8038-44F0-BB4B-B5712043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F7084-ECBE-4EF6-9FA6-DB8E3100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Documento e 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0577F-FEBE-443D-8E6E-B568D864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b85977ba2413a"/>
          <a:srcRect xmlns:a="http://schemas.openxmlformats.org/drawingml/2006/main" l="0" t="12269" r="0" b="12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F1D4A-8714-4762-8015-CEFF5211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596654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5B1A2-0964-4A56-ABCE-FF4177FD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703A8-7D4E-46AD-8A63-D642CC16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F63DF-B97F-430B-A2DA-B4684C3D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Dados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EC024-D41E-4C59-ADD8-F9C0A4DE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a946598fb448f"/>
          <a:srcRect xmlns:a="http://schemas.openxmlformats.org/drawingml/2006/main" l="0" t="13037" r="0" b="130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625D0-0071-4927-BF15-75248978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775696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E405E-3A75-48BF-82DB-8456A238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D4518-59BC-4F88-B598-9B86A70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5C6AC-7584-4835-80B8-276B6FF0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Propagação de novos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521E8-A51F-49DC-A03F-DBE26BF7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3b84e62b84af3"/>
          <a:srcRect xmlns:a="http://schemas.openxmlformats.org/drawingml/2006/main" l="0" t="12237" r="0" b="12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AE666-55A8-47F2-92A6-020424B9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171680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64BF4-D967-4114-8E6D-9F9F0A66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DE429-8B8E-4DE2-89D1-B3BC0758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D5D73-1EFF-487F-9750-45A77582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Leituras durante a propagação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602B9-78EE-42BF-BA1D-52BD2BB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9842713be4e50"/>
          <a:srcRect xmlns:a="http://schemas.openxmlformats.org/drawingml/2006/main" l="0" t="11578" r="0" b="115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1D6CC-3F98-437E-AA7E-6E61785C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824735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074D2-9962-4E2D-99EC-FA3A9599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85DA8-87A5-48BF-A711-42F53313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E0D51-D0E9-44B4-823A-395B8FBC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Falha de um servidor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18EF4-DEC4-4823-8ED6-972C452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206f4743d4405"/>
          <a:srcRect xmlns:a="http://schemas.openxmlformats.org/drawingml/2006/main" l="0" t="11849" r="0" b="11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D566C-D3B2-46CD-B53B-30AC50EB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917574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6F86B-3A63-4480-82D8-22CAD97B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7D4EB-95D6-45A6-B89C-4695D984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22999-A6A6-495B-9904-424C9482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Consistência e disponibilidade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EFEC9-92A2-4FC2-88B4-BAEB32D5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16601876e45fe"/>
          <a:srcRect xmlns:a="http://schemas.openxmlformats.org/drawingml/2006/main" l="0" t="10898" r="0" b="108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6DE52-0BCF-4579-B856-0B911151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67535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C7148-ED8F-4A59-998A-E7079C8D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1B1A9-129C-4095-95DC-5E37329D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41788-EC23-4D52-B628-B2829BD2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Escolhas perante uma falha de rede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A0D16-6F0E-4933-A606-70A97DFC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37c1c947d4d2a"/>
          <a:srcRect xmlns:a="http://schemas.openxmlformats.org/drawingml/2006/main" l="0" t="11845" r="0" b="118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8283D-EA89-490D-A1D2-08166B17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49821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B4F14-44CD-42F9-BC99-1B04BB58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A764B-5302-4B66-AADE-932AF000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E50BB-3312-448E-B09A-9FB85A6B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Síntese das bases de dados NoSQL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462BF-0203-4546-8261-30D330AC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9327fca714ad4"/>
          <a:srcRect xmlns:a="http://schemas.openxmlformats.org/drawingml/2006/main" l="0" t="12125" r="0" b="12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381125"/>
            <a:ext cx="109347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76C66-720B-4DE2-83F6-262472A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832074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D2C12-4961-4FD5-B19C-53E0A19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23D09-39FA-40A9-9094-9F8374D9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31179-4CCD-4FD3-892E-EFCE7F2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MongoDB: servidor e 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0E878-CB1D-491F-8DC9-4F9DA188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3E4CC-94FB-4720-A092-0AB41B8F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Docker Compose iniciou o contentor. Dentro dele, o processo mongod está a executar o servidor MongoDB e fica à espera de ligações.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FE3FB-2C14-4BD6-A1FF-76CBE026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5143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514D6-1E0A-4102-A4C2-3924AABE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95600"/>
            <a:ext cx="4724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docker compose exec mongo bash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1895E-ED5C-43F9-94EF-F683BD53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Abre o terminal bash dentro do serviço chamado mongo. A palavra mongo é o nome definido no ficheiro Compose.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3D8D1-82F7-41BA-8150-B4AF3882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5143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61F9C-0FB1-4A67-A2E9-78B7128D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29100"/>
            <a:ext cx="4724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mongosh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21870-46FA-4D51-AAC4-795EF242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Abre o cliente MongoDB. O cliente mongosh liga-se ao servidor mongod que já estava a correr.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B1CE1-4533-4B65-9CA7-A8812DF6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379F4-5D2B-437B-A59C-D4751D42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524500"/>
            <a:ext cx="10229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Servidor: mongod   ·   Cliente: mongosh</a:t>
            </a:r>
          </a:p>
        </p:txBody>
      </p:sp>
    </p:spTree>
    <p:extLst>
      <p:ext uri="{BB962C8B-B14F-4D97-AF65-F5344CB8AC3E}">
        <p14:creationId xmlns:p14="http://schemas.microsoft.com/office/powerpoint/2010/main" val="9246964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CCE0A-57D9-430C-A059-ADB50190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33161-36AE-4E76-87FB-6A60FA0B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07062-FAD4-4254-BEDC-5FA93A46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Criar ao inserir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E1AE7-943E-43D6-9525-7CBF63D8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30556-5E68-423B-B1D0-21FD3485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No modelo relacional: criar BD, tabela, campos, tipos e chaves. Só depois inserir.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51025-BCD6-4C24-86C2-458146E7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191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F106F-35F9-4D7F-BF28-6498124F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57721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use faculdade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db.aluno.insertOne({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numero: 105514,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nome: "Ana Silva",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"LEI"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6CE62-2CE8-4EDE-A6AE-6FDBC17F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3905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MongoDB cria a base e a coleção quando grava o primeiro documento. Também acrescenta automaticamente o campo _id.</a:t>
            </a:r>
          </a:p>
        </p:txBody>
      </p:sp>
    </p:spTree>
    <p:extLst>
      <p:ext uri="{BB962C8B-B14F-4D97-AF65-F5344CB8AC3E}">
        <p14:creationId xmlns:p14="http://schemas.microsoft.com/office/powerpoint/2010/main" val="18138763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B8E7D-990D-4514-B7B3-144D4210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BE43D-7FDA-48C8-82CB-5AAAC6A2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00AC8-9FCD-48A8-B02B-AD81C18F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Um erro cria outra coleção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B4584-02EB-4346-BF74-172F9743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8C6A6-C15C-45E5-8A89-55F94C01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47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6DA99-C0AE-4578-AA62-370007D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605790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db.alunos.insertOne({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numero: 122715,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nome: "Bruno Costa",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"LIGE"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show collections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6A561-1800-4445-A8E5-88A4E395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22A9A-8B67-43E3-8CFA-BCC60FE2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3FCA9-2540-424C-B1C0-0860DB3F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71725"/>
            <a:ext cx="2533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aluno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alunos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B98C3-A203-4728-B251-1960E166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342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C5B18-C34F-4170-A7BD-A9248723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5287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O plural foi um engano, mas o MongoDB criou a nova coleção. A flexibilidade exige atenção.</a:t>
            </a:r>
          </a:p>
        </p:txBody>
      </p:sp>
    </p:spTree>
    <p:extLst>
      <p:ext uri="{BB962C8B-B14F-4D97-AF65-F5344CB8AC3E}">
        <p14:creationId xmlns:p14="http://schemas.microsoft.com/office/powerpoint/2010/main" val="13522675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D2204-C042-4DDB-961C-3F66B6B4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11541-3DD1-475F-9C86-BF27EC08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F653A-2E11-4D01-9012-022692FC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Documentos com campos diferentes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E0E51-E927-4C0B-BE32-251D6535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51445-0543-47E3-B69E-30FFAE59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667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890F2-3EA7-429D-99C7-53C71649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0225"/>
            <a:ext cx="62484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db.aluno.insertOne({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numero: 123013,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nome: "Carla Rocha",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"LEI",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email: "carla@example.org",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interesses: ["dados", "programação"]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7BFD6-0466-496C-A816-AB66DE0A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476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primeiro documento continua sem email e interesses. Não foi necessário alterar previamente a coleção.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ACF0D-A22D-404F-AADD-8D0F094C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476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98068-028B-49D1-98D5-03F471E6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72000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Em aplicações reais podemos definir validações.</a:t>
            </a:r>
          </a:p>
        </p:txBody>
      </p:sp>
    </p:spTree>
    <p:extLst>
      <p:ext uri="{BB962C8B-B14F-4D97-AF65-F5344CB8AC3E}">
        <p14:creationId xmlns:p14="http://schemas.microsoft.com/office/powerpoint/2010/main" val="14139030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B1C4C-7A3C-436C-8FF1-196B9745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C9BB8-3A5A-45DE-847A-9897A529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2A87B-89BD-496F-B452-FAEABF36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find: a analogia com SELECT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28141-AC05-42BA-A88C-84348894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4F165-DC78-43EC-A14E-5E7AB2B9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4CEA1-BD58-4599-BE49-DC6C8D05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MongoDB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DE2D5-9A0D-4A59-B81F-6124123F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01DEE-7F86-4B2C-A962-2993C74E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4533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SELECT *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FROM aluno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WHERE curso = 'LEI';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EA1C2-57B3-42CF-A0D8-EBE233C5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6C235-5B62-4E6F-8D60-6D622334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28850"/>
            <a:ext cx="4533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"LEI"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88F66-A4D9-43C8-9B86-9E381413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 primeiro objeto de find funciona como filtro. Cada documento que satisfaz a condição é devolvido.</a:t>
            </a:r>
          </a:p>
        </p:txBody>
      </p:sp>
    </p:spTree>
    <p:extLst>
      <p:ext uri="{BB962C8B-B14F-4D97-AF65-F5344CB8AC3E}">
        <p14:creationId xmlns:p14="http://schemas.microsoft.com/office/powerpoint/2010/main" val="10942854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D5F99-06C1-4491-B780-5B9D3CA7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8140B-5FAC-4186-A2C5-682B423E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61635-3C83-4900-B1FC-4889F7FA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AND, OR e NOT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F8114-C8A1-43F8-B55F-F119728F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A2898-33E1-48EF-9608-458DC6C9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LEI com número superior a 110000, ou qualquer aluno de LIGE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113E5-2A08-4EDB-B76C-238B822E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477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45824-4CD2-4ACB-8AF9-905B8B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60579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$or: [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{ curso: "LIGE"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{ $and: [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  { curso: "LEI"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  { numero: { $gt: 110000 }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]}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]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66038-0D63-456F-961F-15139662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NOT: excluir LIGE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0EBEF-AF0D-42AE-8A4D-FF17D02B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3667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D51FE-609A-4340-A692-C08AF2F0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52725"/>
            <a:ext cx="32480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curso: { $not: { $eq: "LIGE" }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F8889-1E7E-4BE8-947F-D221262A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667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28575">
            <a:solidFill>
              <a:srgbClr val="F0B44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80AF1-E22E-44C2-BC9E-A330006A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24375"/>
            <a:ext cx="3324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42B"/>
                </a:solidFill>
                <a:latin typeface="Helvetica Neue"/>
                <a:ea typeface="Helvetica Neue"/>
                <a:cs typeface="Helvetica Neue"/>
              </a:rPr>
              <a:t>Para desigualdade simples também pode usar: { curso: { $ne: "LIGE" } }</a:t>
            </a:r>
          </a:p>
        </p:txBody>
      </p:sp>
    </p:spTree>
    <p:extLst>
      <p:ext uri="{BB962C8B-B14F-4D97-AF65-F5344CB8AC3E}">
        <p14:creationId xmlns:p14="http://schemas.microsoft.com/office/powerpoint/2010/main" val="6930085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747FD-E704-4C79-8D73-79DBE54B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CC15F-9FBD-4995-AB3C-C78C4ED8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C8EDF-5AFD-4A80-BDDE-CD05566C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Mostrar, esconder e ordenar campos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A676E-3F3B-4CD6-8219-C94340C4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45814-937B-474E-BEDC-2359AE6E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Mostrar apenas nome e curso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9DAC7-D2F5-4F28-B5B1-DE189534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CF681-BC60-44D6-9E39-C2F83076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4533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nome: 1, curso: 1, _id: 0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7FC7A-D312-4455-985D-01C3CE41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Esconder email e interesses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5B3BF-3713-4F38-A6AE-C6999461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AA67A-7DE9-4F92-BEBB-B515E310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38350"/>
            <a:ext cx="4533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email: 0, interesses: 0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7E536-3BA7-4C07-B521-B22C90CC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Ordenar pelo curso e depois pelo nome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008E7-76FE-4DFA-9665-EAC35CFD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6013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EEECF-55AD-455E-8C80-5426CDB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0182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db.aluno.find({}).sort({ curso: 1, nome: 1 })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239B0-FC20-447D-A8AA-ADAC99DE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1 = crescente   ·   -1 = decrescente</a:t>
            </a:r>
          </a:p>
        </p:txBody>
      </p:sp>
    </p:spTree>
    <p:extLst>
      <p:ext uri="{BB962C8B-B14F-4D97-AF65-F5344CB8AC3E}">
        <p14:creationId xmlns:p14="http://schemas.microsoft.com/office/powerpoint/2010/main" val="5239472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77546-5864-4A4D-B78C-D7538C65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F670A-AE87-41EE-8438-E09D66FE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94E2F-97E6-4189-84F5-F7EF18A1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Agregação com $group e $merge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DFC82-5EA0-4607-94FD-39C209E5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381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071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47DE5-F195-461D-B0A2-FCE878C3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667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FB762-FC4F-434E-A490-396CC3A2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24840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db.aluno.aggregate([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$group: 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_id: "$curso",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total: { $sum: 1 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}},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$sort: { total: -1 } },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$merge: {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into: "resumo_cursos",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on: "_id",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whenMatched: "replace",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    whenNotMatched: "insert"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}}</a:t>
            </a:r>
          </a:p>
          <a:p xmlns:a="http://schemas.openxmlformats.org/drawingml/2006/main">
            <a:pPr>
              <a:def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7D874-FFB7-460C-B35E-9E172963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$group forma um grupo por curso e conta os documentos.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52DAD-E60E-40D5-9D89-E35C83EC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$sort ordena o resultado pelo total.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3BAA7-F3D0-44C7-B66D-5531FF8B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338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$merge grava o resumo na coleção resumo_cursos.</a:t>
            </a:r>
          </a:p>
        </p:txBody>
      </p:sp>
    </p:spTree>
    <p:extLst>
      <p:ext uri="{BB962C8B-B14F-4D97-AF65-F5344CB8AC3E}">
        <p14:creationId xmlns:p14="http://schemas.microsoft.com/office/powerpoint/2010/main" val="296606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2026-09-13T10:42:35.5840000Z</dcterms:created>
  <dcterms:modified xsi:type="dcterms:W3CDTF">2026-09-13T10:42:35.5840000Z</dcterms:modified>
</coreProperties>
</file>