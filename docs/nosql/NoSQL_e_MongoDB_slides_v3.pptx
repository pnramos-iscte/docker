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585d981aff4dff" /><Relationship Type="http://schemas.openxmlformats.org/officeDocument/2006/relationships/extended-properties" Target="/docProps/app.xml" Id="R5625131c6c3f4812" /><Relationship Type="http://schemas.openxmlformats.org/officeDocument/2006/relationships/officeDocument" Target="/ppt/presentation.xml" Id="Rb780baa0a0e94b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138bf3fdab41b3"/>
  </p:sldMasterIdLst>
  <p:notesMasterIdLst>
    <p:notesMasterId xmlns:r="http://schemas.openxmlformats.org/officeDocument/2006/relationships" r:id="R2310696edc7749c5"/>
  </p:notesMasterIdLst>
  <p:sldIdLst>
    <p:sldId xmlns:r="http://schemas.openxmlformats.org/officeDocument/2006/relationships" id="256" r:id="Rd6c33bbab4604feb"/>
    <p:sldId xmlns:r="http://schemas.openxmlformats.org/officeDocument/2006/relationships" id="257" r:id="R099a63e0a9b744f7"/>
    <p:sldId xmlns:r="http://schemas.openxmlformats.org/officeDocument/2006/relationships" id="258" r:id="R439dd94d146443db"/>
    <p:sldId xmlns:r="http://schemas.openxmlformats.org/officeDocument/2006/relationships" id="259" r:id="R8eae463c68654e88"/>
    <p:sldId xmlns:r="http://schemas.openxmlformats.org/officeDocument/2006/relationships" id="260" r:id="R95ace2d117934999"/>
    <p:sldId xmlns:r="http://schemas.openxmlformats.org/officeDocument/2006/relationships" id="261" r:id="R24b272f74fc045cd"/>
    <p:sldId xmlns:r="http://schemas.openxmlformats.org/officeDocument/2006/relationships" id="262" r:id="R5c86e85c95914e2e"/>
    <p:sldId xmlns:r="http://schemas.openxmlformats.org/officeDocument/2006/relationships" id="263" r:id="R455be3fcf737473a"/>
    <p:sldId xmlns:r="http://schemas.openxmlformats.org/officeDocument/2006/relationships" id="264" r:id="R356ca37a9cb74ca8"/>
    <p:sldId xmlns:r="http://schemas.openxmlformats.org/officeDocument/2006/relationships" id="265" r:id="R021349d9565247bd"/>
    <p:sldId xmlns:r="http://schemas.openxmlformats.org/officeDocument/2006/relationships" id="266" r:id="R9400834a4eb14260"/>
    <p:sldId xmlns:r="http://schemas.openxmlformats.org/officeDocument/2006/relationships" id="267" r:id="R4c010032e063402d"/>
    <p:sldId xmlns:r="http://schemas.openxmlformats.org/officeDocument/2006/relationships" id="268" r:id="Rc5daf9bcbd664819"/>
    <p:sldId xmlns:r="http://schemas.openxmlformats.org/officeDocument/2006/relationships" id="269" r:id="R7a9ef406d2cc4716"/>
    <p:sldId xmlns:r="http://schemas.openxmlformats.org/officeDocument/2006/relationships" id="270" r:id="Ra3024ea82f434a17"/>
    <p:sldId xmlns:r="http://schemas.openxmlformats.org/officeDocument/2006/relationships" id="271" r:id="R0aa0648d850b4db5"/>
    <p:sldId xmlns:r="http://schemas.openxmlformats.org/officeDocument/2006/relationships" id="272" r:id="R303b0a2a66f04abb"/>
    <p:sldId xmlns:r="http://schemas.openxmlformats.org/officeDocument/2006/relationships" id="273" r:id="R3f503246f1734aa9"/>
    <p:sldId xmlns:r="http://schemas.openxmlformats.org/officeDocument/2006/relationships" id="274" r:id="R15d1103b08b64028"/>
    <p:sldId xmlns:r="http://schemas.openxmlformats.org/officeDocument/2006/relationships" id="275" r:id="Rc3354d561cd74e65"/>
    <p:sldId xmlns:r="http://schemas.openxmlformats.org/officeDocument/2006/relationships" id="276" r:id="Ref83fde7eee4452e"/>
    <p:sldId xmlns:r="http://schemas.openxmlformats.org/officeDocument/2006/relationships" id="277" r:id="R96065e4eb4e14057"/>
    <p:sldId xmlns:r="http://schemas.openxmlformats.org/officeDocument/2006/relationships" id="278" r:id="R317c9a816d9a4855"/>
    <p:sldId xmlns:r="http://schemas.openxmlformats.org/officeDocument/2006/relationships" id="279" r:id="R9fc3467d0253439d"/>
    <p:sldId xmlns:r="http://schemas.openxmlformats.org/officeDocument/2006/relationships" id="280" r:id="R24af8969cc0a47bd"/>
    <p:sldId xmlns:r="http://schemas.openxmlformats.org/officeDocument/2006/relationships" id="281" r:id="R115a060295484c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170a4d003a4442" /><Relationship Type="http://schemas.openxmlformats.org/officeDocument/2006/relationships/slideMaster" Target="/ppt/slideMasters/slideMaster1.xml" Id="R50138bf3fdab41b3" /><Relationship Type="http://schemas.openxmlformats.org/officeDocument/2006/relationships/notesMaster" Target="/ppt/notesMasters/notesMaster1.xml" Id="R2310696edc7749c5" /><Relationship Type="http://schemas.openxmlformats.org/officeDocument/2006/relationships/presProps" Target="/ppt/presProps.xml" Id="Rf25dff81d98e4585" /><Relationship Type="http://schemas.openxmlformats.org/officeDocument/2006/relationships/tableStyles" Target="/ppt/tableStyles.xml" Id="Rffafffcbb0364117" /><Relationship Type="http://schemas.openxmlformats.org/officeDocument/2006/relationships/slide" Target="/ppt/slides/slide1.xml" Id="Rd6c33bbab4604feb" /><Relationship Type="http://schemas.openxmlformats.org/officeDocument/2006/relationships/slide" Target="/ppt/slides/slide2.xml" Id="R099a63e0a9b744f7" /><Relationship Type="http://schemas.openxmlformats.org/officeDocument/2006/relationships/slide" Target="/ppt/slides/slide3.xml" Id="R439dd94d146443db" /><Relationship Type="http://schemas.openxmlformats.org/officeDocument/2006/relationships/slide" Target="/ppt/slides/slide4.xml" Id="R8eae463c68654e88" /><Relationship Type="http://schemas.openxmlformats.org/officeDocument/2006/relationships/slide" Target="/ppt/slides/slide5.xml" Id="R95ace2d117934999" /><Relationship Type="http://schemas.openxmlformats.org/officeDocument/2006/relationships/slide" Target="/ppt/slides/slide6.xml" Id="R24b272f74fc045cd" /><Relationship Type="http://schemas.openxmlformats.org/officeDocument/2006/relationships/slide" Target="/ppt/slides/slide7.xml" Id="R5c86e85c95914e2e" /><Relationship Type="http://schemas.openxmlformats.org/officeDocument/2006/relationships/slide" Target="/ppt/slides/slide8.xml" Id="R455be3fcf737473a" /><Relationship Type="http://schemas.openxmlformats.org/officeDocument/2006/relationships/slide" Target="/ppt/slides/slide9.xml" Id="R356ca37a9cb74ca8" /><Relationship Type="http://schemas.openxmlformats.org/officeDocument/2006/relationships/slide" Target="/ppt/slides/slide10.xml" Id="R021349d9565247bd" /><Relationship Type="http://schemas.openxmlformats.org/officeDocument/2006/relationships/slide" Target="/ppt/slides/slide11.xml" Id="R9400834a4eb14260" /><Relationship Type="http://schemas.openxmlformats.org/officeDocument/2006/relationships/slide" Target="/ppt/slides/slide12.xml" Id="R4c010032e063402d" /><Relationship Type="http://schemas.openxmlformats.org/officeDocument/2006/relationships/slide" Target="/ppt/slides/slide13.xml" Id="Rc5daf9bcbd664819" /><Relationship Type="http://schemas.openxmlformats.org/officeDocument/2006/relationships/slide" Target="/ppt/slides/slide14.xml" Id="R7a9ef406d2cc4716" /><Relationship Type="http://schemas.openxmlformats.org/officeDocument/2006/relationships/slide" Target="/ppt/slides/slide15.xml" Id="Ra3024ea82f434a17" /><Relationship Type="http://schemas.openxmlformats.org/officeDocument/2006/relationships/slide" Target="/ppt/slides/slide16.xml" Id="R0aa0648d850b4db5" /><Relationship Type="http://schemas.openxmlformats.org/officeDocument/2006/relationships/slide" Target="/ppt/slides/slide17.xml" Id="R303b0a2a66f04abb" /><Relationship Type="http://schemas.openxmlformats.org/officeDocument/2006/relationships/slide" Target="/ppt/slides/slide18.xml" Id="R3f503246f1734aa9" /><Relationship Type="http://schemas.openxmlformats.org/officeDocument/2006/relationships/slide" Target="/ppt/slides/slide19.xml" Id="R15d1103b08b64028" /><Relationship Type="http://schemas.openxmlformats.org/officeDocument/2006/relationships/slide" Target="/ppt/slides/slide20.xml" Id="Rc3354d561cd74e65" /><Relationship Type="http://schemas.openxmlformats.org/officeDocument/2006/relationships/slide" Target="/ppt/slides/slide21.xml" Id="Ref83fde7eee4452e" /><Relationship Type="http://schemas.openxmlformats.org/officeDocument/2006/relationships/slide" Target="/ppt/slides/slide22.xml" Id="R96065e4eb4e14057" /><Relationship Type="http://schemas.openxmlformats.org/officeDocument/2006/relationships/slide" Target="/ppt/slides/slide23.xml" Id="R317c9a816d9a4855" /><Relationship Type="http://schemas.openxmlformats.org/officeDocument/2006/relationships/slide" Target="/ppt/slides/slide24.xml" Id="R9fc3467d0253439d" /><Relationship Type="http://schemas.openxmlformats.org/officeDocument/2006/relationships/slide" Target="/ppt/slides/slide25.xml" Id="R24af8969cc0a47bd" /><Relationship Type="http://schemas.openxmlformats.org/officeDocument/2006/relationships/slide" Target="/ppt/slides/slide26.xml" Id="R115a060295484c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d27b1a7f8448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cdd0b93d904cc3" /><Relationship Type="http://schemas.openxmlformats.org/officeDocument/2006/relationships/notesMaster" Target="/ppt/notesMasters/notesMaster1.xml" Id="Ra9614fed613549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d668cf8d1a4dca" /><Relationship Type="http://schemas.openxmlformats.org/officeDocument/2006/relationships/notesMaster" Target="/ppt/notesMasters/notesMaster1.xml" Id="Rd7fca49d2b964b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dad9be557b42c5" /><Relationship Type="http://schemas.openxmlformats.org/officeDocument/2006/relationships/notesMaster" Target="/ppt/notesMasters/notesMaster1.xml" Id="R4df0b254499c45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071a80012b4db3" /><Relationship Type="http://schemas.openxmlformats.org/officeDocument/2006/relationships/notesMaster" Target="/ppt/notesMasters/notesMaster1.xml" Id="R18a2d0d5ce274e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02fcb7931140ce" /><Relationship Type="http://schemas.openxmlformats.org/officeDocument/2006/relationships/notesMaster" Target="/ppt/notesMasters/notesMaster1.xml" Id="Re16b93f1554a4d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5e71dde11f49c9" /><Relationship Type="http://schemas.openxmlformats.org/officeDocument/2006/relationships/notesMaster" Target="/ppt/notesMasters/notesMaster1.xml" Id="Rfd37f64759b348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8adac1ab534601" /><Relationship Type="http://schemas.openxmlformats.org/officeDocument/2006/relationships/notesMaster" Target="/ppt/notesMasters/notesMaster1.xml" Id="Rf78589826b854c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b648defe33420a" /><Relationship Type="http://schemas.openxmlformats.org/officeDocument/2006/relationships/notesMaster" Target="/ppt/notesMasters/notesMaster1.xml" Id="Rf3bc9e5291084b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4c6ba6313646c5" /><Relationship Type="http://schemas.openxmlformats.org/officeDocument/2006/relationships/notesMaster" Target="/ppt/notesMasters/notesMaster1.xml" Id="R67fecc17876d4b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9b1865be104b0e" /><Relationship Type="http://schemas.openxmlformats.org/officeDocument/2006/relationships/notesMaster" Target="/ppt/notesMasters/notesMaster1.xml" Id="R971e07ad9f334b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4d4f9c86a34408" /><Relationship Type="http://schemas.openxmlformats.org/officeDocument/2006/relationships/notesMaster" Target="/ppt/notesMasters/notesMaster1.xml" Id="Rc70ccc11da3241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878f8ad972472d" /><Relationship Type="http://schemas.openxmlformats.org/officeDocument/2006/relationships/notesMaster" Target="/ppt/notesMasters/notesMaster1.xml" Id="R7cbcb2ec906245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c126995c5346e5" /><Relationship Type="http://schemas.openxmlformats.org/officeDocument/2006/relationships/notesMaster" Target="/ppt/notesMasters/notesMaster1.xml" Id="Rfe9ce9d9abc244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fc4e724cd04884" /><Relationship Type="http://schemas.openxmlformats.org/officeDocument/2006/relationships/notesMaster" Target="/ppt/notesMasters/notesMaster1.xml" Id="Rfa0157d1ff6b41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1aeedb10794cc1" /><Relationship Type="http://schemas.openxmlformats.org/officeDocument/2006/relationships/notesMaster" Target="/ppt/notesMasters/notesMaster1.xml" Id="Rcea641e15d5a41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9bcb19fa69c4130" /><Relationship Type="http://schemas.openxmlformats.org/officeDocument/2006/relationships/notesMaster" Target="/ppt/notesMasters/notesMaster1.xml" Id="R075211cec8e342f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131e8f884a4301" /><Relationship Type="http://schemas.openxmlformats.org/officeDocument/2006/relationships/notesMaster" Target="/ppt/notesMasters/notesMaster1.xml" Id="R079bc9fd3a4641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c6ac62999f24984" /><Relationship Type="http://schemas.openxmlformats.org/officeDocument/2006/relationships/notesMaster" Target="/ppt/notesMasters/notesMaster1.xml" Id="R9700881fcc1443f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99104667f04791" /><Relationship Type="http://schemas.openxmlformats.org/officeDocument/2006/relationships/notesMaster" Target="/ppt/notesMasters/notesMaster1.xml" Id="R1f7b3677ff5d455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91cacbb37414319" /><Relationship Type="http://schemas.openxmlformats.org/officeDocument/2006/relationships/notesMaster" Target="/ppt/notesMasters/notesMaster1.xml" Id="R993f59dec76f4d6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a7fccea516e4798" /><Relationship Type="http://schemas.openxmlformats.org/officeDocument/2006/relationships/notesMaster" Target="/ppt/notesMasters/notesMaster1.xml" Id="R53a50988465c4db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6102c792acf4db5" /><Relationship Type="http://schemas.openxmlformats.org/officeDocument/2006/relationships/notesMaster" Target="/ppt/notesMasters/notesMaster1.xml" Id="R99c878f344d54eb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753b718775845d9" /><Relationship Type="http://schemas.openxmlformats.org/officeDocument/2006/relationships/notesMaster" Target="/ppt/notesMasters/notesMaster1.xml" Id="R71834615804040a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07d06e3a1474d02" /><Relationship Type="http://schemas.openxmlformats.org/officeDocument/2006/relationships/notesMaster" Target="/ppt/notesMasters/notesMaster1.xml" Id="Re2f36c00a7b448c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4b31311e3b743e6" /><Relationship Type="http://schemas.openxmlformats.org/officeDocument/2006/relationships/notesMaster" Target="/ppt/notesMasters/notesMaster1.xml" Id="Rc5ff5e30c9b148d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e06008700424879" /><Relationship Type="http://schemas.openxmlformats.org/officeDocument/2006/relationships/notesMaster" Target="/ppt/notesMasters/notesMaster1.xml" Id="Rb93fc76c4f914c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72d97195746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65eb0a55764ddd" /><Relationship Type="http://schemas.openxmlformats.org/officeDocument/2006/relationships/slideLayout" Target="/ppt/slideLayouts/slideLayout1.xml" Id="R93dfe3a4bb4047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dfe3a4bb4047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42e21a55c4b47" /><Relationship Type="http://schemas.openxmlformats.org/officeDocument/2006/relationships/notesSlide" Target="/ppt/notesSlides/notesSlide1.xml" Id="R91ff38de8c9847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f5169241b4e2f" /><Relationship Type="http://schemas.openxmlformats.org/officeDocument/2006/relationships/notesSlide" Target="/ppt/notesSlides/notesSlide2.xml" Id="Rac9bd410a7e243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58b343d3a48a1" /><Relationship Type="http://schemas.openxmlformats.org/officeDocument/2006/relationships/image" Target="/ppt/media/image.png" Id="R0e50f04b3be7412a" /><Relationship Type="http://schemas.openxmlformats.org/officeDocument/2006/relationships/notesSlide" Target="/ppt/notesSlides/notesSlide3.xml" Id="Rca5ef9c2881342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07788c4454620" /><Relationship Type="http://schemas.openxmlformats.org/officeDocument/2006/relationships/image" Target="/ppt/media/image2.png" Id="R12b6337a3cb54360" /><Relationship Type="http://schemas.openxmlformats.org/officeDocument/2006/relationships/notesSlide" Target="/ppt/notesSlides/notesSlide4.xml" Id="Rd265a655e9af4f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73f9024ab4f0c" /><Relationship Type="http://schemas.openxmlformats.org/officeDocument/2006/relationships/image" Target="/ppt/media/image3.png" Id="Rc13b7e0a15b44e2a" /><Relationship Type="http://schemas.openxmlformats.org/officeDocument/2006/relationships/notesSlide" Target="/ppt/notesSlides/notesSlide5.xml" Id="R1f297c1a47e747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9fb84c4d44b17" /><Relationship Type="http://schemas.openxmlformats.org/officeDocument/2006/relationships/image" Target="/ppt/media/image4.png" Id="Rb488e1fed5f04947" /><Relationship Type="http://schemas.openxmlformats.org/officeDocument/2006/relationships/notesSlide" Target="/ppt/notesSlides/notesSlide6.xml" Id="Rdc6eb73d286a49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54b52467244e4" /><Relationship Type="http://schemas.openxmlformats.org/officeDocument/2006/relationships/image" Target="/ppt/media/image5.png" Id="Rdd752b908dd74f07" /><Relationship Type="http://schemas.openxmlformats.org/officeDocument/2006/relationships/notesSlide" Target="/ppt/notesSlides/notesSlide7.xml" Id="Rd3c59d953b854e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91d64c8af4427" /><Relationship Type="http://schemas.openxmlformats.org/officeDocument/2006/relationships/image" Target="/ppt/media/image6.png" Id="Rc9d81c6c924a4fa9" /><Relationship Type="http://schemas.openxmlformats.org/officeDocument/2006/relationships/notesSlide" Target="/ppt/notesSlides/notesSlide8.xml" Id="R4cb04888b0924d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b7de345154971" /><Relationship Type="http://schemas.openxmlformats.org/officeDocument/2006/relationships/image" Target="/ppt/media/image7.png" Id="R51aa9b7083044d55" /><Relationship Type="http://schemas.openxmlformats.org/officeDocument/2006/relationships/notesSlide" Target="/ppt/notesSlides/notesSlide9.xml" Id="R3820132acb8e40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6cd6a5c3e4a6e" /><Relationship Type="http://schemas.openxmlformats.org/officeDocument/2006/relationships/image" Target="/ppt/media/image8.png" Id="R10a2d4bbc68240e0" /><Relationship Type="http://schemas.openxmlformats.org/officeDocument/2006/relationships/notesSlide" Target="/ppt/notesSlides/notesSlide10.xml" Id="Rb732fe390d1240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0c8d4400246fb" /><Relationship Type="http://schemas.openxmlformats.org/officeDocument/2006/relationships/image" Target="/ppt/media/image9.png" Id="Re0383bbff1624d97" /><Relationship Type="http://schemas.openxmlformats.org/officeDocument/2006/relationships/notesSlide" Target="/ppt/notesSlides/notesSlide11.xml" Id="R9fcddb098e014b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0a5c5b3441da" /><Relationship Type="http://schemas.openxmlformats.org/officeDocument/2006/relationships/image" Target="/ppt/media/image10.png" Id="R89c8cd1607454e6e" /><Relationship Type="http://schemas.openxmlformats.org/officeDocument/2006/relationships/notesSlide" Target="/ppt/notesSlides/notesSlide12.xml" Id="R1af1b5ca7f904f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d3846a1b142e1" /><Relationship Type="http://schemas.openxmlformats.org/officeDocument/2006/relationships/image" Target="/ppt/media/image11.png" Id="R95d81db6d85d4e0d" /><Relationship Type="http://schemas.openxmlformats.org/officeDocument/2006/relationships/notesSlide" Target="/ppt/notesSlides/notesSlide13.xml" Id="R49bac06845e24a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e82e7810e45bc" /><Relationship Type="http://schemas.openxmlformats.org/officeDocument/2006/relationships/image" Target="/ppt/media/image12.png" Id="R3a43177a04214eb6" /><Relationship Type="http://schemas.openxmlformats.org/officeDocument/2006/relationships/notesSlide" Target="/ppt/notesSlides/notesSlide14.xml" Id="R31d12b6dce9e47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a6334b4454100" /><Relationship Type="http://schemas.openxmlformats.org/officeDocument/2006/relationships/image" Target="/ppt/media/image13.png" Id="Rdd1054a4e872485e" /><Relationship Type="http://schemas.openxmlformats.org/officeDocument/2006/relationships/notesSlide" Target="/ppt/notesSlides/notesSlide15.xml" Id="Rae2bbc36617c48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64add074c4d12" /><Relationship Type="http://schemas.openxmlformats.org/officeDocument/2006/relationships/image" Target="/ppt/media/image14.png" Id="R051f973eb2bf465d" /><Relationship Type="http://schemas.openxmlformats.org/officeDocument/2006/relationships/notesSlide" Target="/ppt/notesSlides/notesSlide16.xml" Id="R4ec3da92284848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4d8ee118c40fe" /><Relationship Type="http://schemas.openxmlformats.org/officeDocument/2006/relationships/image" Target="/ppt/media/image15.png" Id="R0957bc5303ab4a1b" /><Relationship Type="http://schemas.openxmlformats.org/officeDocument/2006/relationships/notesSlide" Target="/ppt/notesSlides/notesSlide17.xml" Id="Re6665307510a49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612c242404431" /><Relationship Type="http://schemas.openxmlformats.org/officeDocument/2006/relationships/notesSlide" Target="/ppt/notesSlides/notesSlide18.xml" Id="R6fe8a830d7c0495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b3d0961f14229" /><Relationship Type="http://schemas.openxmlformats.org/officeDocument/2006/relationships/notesSlide" Target="/ppt/notesSlides/notesSlide19.xml" Id="Rdae1886a787e4f1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96573565a4963" /><Relationship Type="http://schemas.openxmlformats.org/officeDocument/2006/relationships/notesSlide" Target="/ppt/notesSlides/notesSlide20.xml" Id="R60cf00315abf4e2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6b726f8754f42" /><Relationship Type="http://schemas.openxmlformats.org/officeDocument/2006/relationships/notesSlide" Target="/ppt/notesSlides/notesSlide21.xml" Id="R4da7ab4ed4724aa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bb4e95c774859" /><Relationship Type="http://schemas.openxmlformats.org/officeDocument/2006/relationships/notesSlide" Target="/ppt/notesSlides/notesSlide22.xml" Id="R845f89cbdc3a4fa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badebb1d64b45" /><Relationship Type="http://schemas.openxmlformats.org/officeDocument/2006/relationships/notesSlide" Target="/ppt/notesSlides/notesSlide23.xml" Id="Re75bf117a51849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0ccd08b5d4cb4" /><Relationship Type="http://schemas.openxmlformats.org/officeDocument/2006/relationships/notesSlide" Target="/ppt/notesSlides/notesSlide24.xml" Id="R596138d7a2264c5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66f604acb4725" /><Relationship Type="http://schemas.openxmlformats.org/officeDocument/2006/relationships/notesSlide" Target="/ppt/notesSlides/notesSlide25.xml" Id="Rec52ef512ea34cb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4e784d1594f5c" /><Relationship Type="http://schemas.openxmlformats.org/officeDocument/2006/relationships/notesSlide" Target="/ppt/notesSlides/notesSlide26.xml" Id="R079a495909f94e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380E7-DB8F-47B7-B6BC-2799FFE6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3CA1C-A564-4789-A56F-5675D9DD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D5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5D5D7"/>
                </a:solidFill>
                <a:latin typeface="Helvetica Neue"/>
                <a:ea typeface="Helvetica Neue"/>
                <a:cs typeface="Helvetica Neue"/>
              </a:rPr>
              <a:t>BASES DE DADOS · TUTORIAL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B0E5B-8E8B-4C3A-B698-CF4149FE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857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NoSQL e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MongoDB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6F2F2-73EC-47D3-97AB-CA61CC9E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1D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1DEE4"/>
                </a:solidFill>
                <a:latin typeface="Helvetica Neue"/>
                <a:ea typeface="Helvetica Neue"/>
                <a:cs typeface="Helvetica Neue"/>
              </a:rPr>
              <a:t>Da flexibilidade dos documentos às primeiras consultas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F2133-BA9A-4596-9A39-6D574514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</p:spTree>
    <p:extLst>
      <p:ext uri="{BB962C8B-B14F-4D97-AF65-F5344CB8AC3E}">
        <p14:creationId xmlns:p14="http://schemas.microsoft.com/office/powerpoint/2010/main" val="1221556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D7893-BEBE-4DE1-8233-26F325D2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ABC5B-6CBD-41BE-87D4-87DE5A3A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C9C46-9911-404F-8DE7-ACDECEA2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O que significa NoSQL?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D8EA3-F987-48BA-BB6A-BE768D44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B828C-ABCB-46F7-A8AC-C682E1E5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NoSQL significa habitualmente Not Only SQL.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38121-7277-4730-BC59-76FFB14D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O nome reúne várias famílias de bases de dados que não organizam obrigatoriamente toda a informação em tabelas relacionadas. Há modelos documentais, chave-valor, colunares e orientados a grafos.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DA90A-64A8-4E93-BF2E-F3564333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Nesta aula: flexibilidade da estrutura, distribuição dos dados e tolerância a falhas.</a:t>
            </a:r>
          </a:p>
        </p:txBody>
      </p:sp>
    </p:spTree>
    <p:extLst>
      <p:ext uri="{BB962C8B-B14F-4D97-AF65-F5344CB8AC3E}">
        <p14:creationId xmlns:p14="http://schemas.microsoft.com/office/powerpoint/2010/main" val="43592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6524A-6E11-4D98-BFA9-0E6F2B74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378AF-0294-4947-9917-7D927653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82DB2-1849-4CC1-979D-296F52E7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NoSQL: mais do que uma tecnologia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4EDAD-D625-4B0D-B1F6-244834D9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0f04b3be7412a"/>
          <a:srcRect xmlns:a="http://schemas.openxmlformats.org/drawingml/2006/main" l="0" t="12268" r="0" b="12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DBF30-0E36-4937-9E2C-5499F9D3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001147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6917C-BA14-45C3-86DF-1127A0E2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AF960-A4EA-419A-A1F7-65D26F71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A6565-3046-4287-87B6-0BE8F689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Estrutura fixa no 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0856F-6540-414E-A8C2-03C287D3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6337a3cb54360"/>
          <a:srcRect xmlns:a="http://schemas.openxmlformats.org/drawingml/2006/main" l="0" t="12971" r="0" b="129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ED0FB-E706-426F-80E8-1183E722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777142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D4DFC-7435-4AA4-96A6-DEFE1DAF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A913D-B8F7-48DC-B3D0-C909CBB6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01A84-C6CC-4763-8C33-BCF37476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Quando os novos dados não cabem na tabela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47B8F-5503-49DF-888D-32645089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b7e0a15b44e2a"/>
          <a:srcRect xmlns:a="http://schemas.openxmlformats.org/drawingml/2006/main" l="0" t="13479" r="0" b="134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3920E-BC7B-4867-AC1E-B1B15F8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387390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FF198-E586-489D-A8A9-CE170A4A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378E8-40BF-445A-8323-9E25AFD8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4CEED-8ACA-415E-8D48-92DED4A7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Registos com atributos diferentes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64A24-C835-4BAA-8279-EF082888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8e1fed5f04947"/>
          <a:srcRect xmlns:a="http://schemas.openxmlformats.org/drawingml/2006/main" l="0" t="13318" r="0" b="13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8B855-3884-4A3E-829C-ECB5663C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025090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5ED90-BC51-475D-B6A8-6C150ADB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393D6-93BE-4E6C-B612-89E4C66E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F3BCC-0D02-48F7-9A2F-69BD4825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Novos dados da Internet das Coisas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36D34-73B5-45C8-A1B7-1CA938D5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52b908dd74f07"/>
          <a:srcRect xmlns:a="http://schemas.openxmlformats.org/drawingml/2006/main" l="0" t="12088" r="0" b="120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A6446-BF5B-4D1A-9137-9A893A08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417821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D6423-1097-489C-8757-8A6578AF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7A7CB-8D22-4C6A-9AF3-E9A30955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99A66-832D-4131-B81E-311715CB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Novos dados das redes sociais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8BA10-8E47-4C9E-8E86-E9D573F2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81c6c924a4fa9"/>
          <a:srcRect xmlns:a="http://schemas.openxmlformats.org/drawingml/2006/main" l="0" t="12820" r="0" b="128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223C9-DCE0-47FA-B613-FB963D72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2866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BBFCB-6AC5-47AE-B2E9-F27DCD96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4EE67-3394-4B98-B2C4-5D6647B5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61A8E-9904-45CD-808E-5A5B16AC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Documentos e informação repetida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CF174-B7A1-4310-810F-D9D63E3C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a9b7083044d55"/>
          <a:srcRect xmlns:a="http://schemas.openxmlformats.org/drawingml/2006/main" l="0" t="12419" r="0" b="124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D9CFA-D463-4140-90F7-AB7CC01B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439926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08561-FDFC-4CE2-B59E-4D61F782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9664B-5338-4173-945B-2BD020DF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7783E-E4E7-4B52-963A-E541D64C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Documento e 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4DC46-A558-4F74-992A-8F800A8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2d4bbc68240e0"/>
          <a:srcRect xmlns:a="http://schemas.openxmlformats.org/drawingml/2006/main" l="0" t="12269" r="0" b="122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C2FE3-E56D-48DC-82BD-8C31A8CC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921530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72753-F26C-4BD0-9A42-78F9F286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0D016-C06A-4C75-B60A-4AEB0165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6AD64-A97C-4E47-B5B4-DEEE2903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Dados distribuídos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39062-51C3-45A5-A0BC-8882E4E3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83bbff1624d97"/>
          <a:srcRect xmlns:a="http://schemas.openxmlformats.org/drawingml/2006/main" l="0" t="13037" r="0" b="130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69F40-1731-4475-BFBB-D32646A0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585178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5932E-2231-4DDC-AF30-AB315C93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BBFFA-E12A-4988-B9FE-E3B552DC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2A3A4-E39C-46C5-9DEE-7D932AE8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Propagação de novos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196A1-B2BB-4B3C-8CB8-5755FB50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8cd1607454e6e"/>
          <a:srcRect xmlns:a="http://schemas.openxmlformats.org/drawingml/2006/main" l="0" t="12237" r="0" b="12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C6BD7-9565-4F27-ABF2-C626CE67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486976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2CFA8-8ACD-4797-AE8E-B5986D6B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17185-4066-4D18-A12A-4F0D05BC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89B23-30EF-4638-9B33-A578C4F2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Leituras durante a propagação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954D3-DCEC-4B3D-9941-DDE91B29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81db6d85d4e0d"/>
          <a:srcRect xmlns:a="http://schemas.openxmlformats.org/drawingml/2006/main" l="0" t="11578" r="0" b="115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60F94-6B72-4C6D-BF83-00A28315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059107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72010-294B-420D-9FEC-0ABD30E7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22B48-3C15-49E3-9FE3-9017DD84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58C46-8012-405D-A7E5-E64FE478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Falha de um servidor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39732-428F-413D-A85C-DDA4FF8F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3177a04214eb6"/>
          <a:srcRect xmlns:a="http://schemas.openxmlformats.org/drawingml/2006/main" l="0" t="11849" r="0" b="118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73D33-74C0-4A4C-9C2B-AD691CCF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46882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0CBED-0A31-4786-9814-22730C35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24C18-89DF-4586-9F5A-417E3A7D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301D8-342C-42BD-BDC9-5E582089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Consistência e disponibilidade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E07EA-4490-4289-B172-98C06069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054a4e872485e"/>
          <a:srcRect xmlns:a="http://schemas.openxmlformats.org/drawingml/2006/main" l="0" t="10898" r="0" b="108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0CABB-9147-462B-848E-2B6A4919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306442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E79DB-62F6-46D6-8872-40AF6AA9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63C43-C5ED-490F-8B10-49CD0608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A60CF-DDA0-4352-998F-F59163A4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Escolhas perante uma falha de rede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7E646-23C1-4E2C-991A-10ED0A53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f973eb2bf465d"/>
          <a:srcRect xmlns:a="http://schemas.openxmlformats.org/drawingml/2006/main" l="0" t="11845" r="0" b="118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02E74-05AF-4477-B086-36CF4F9A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797781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EA0B8-A58D-4D63-871E-AFC8376B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04E3D-507C-4C15-BA51-6728EF18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7953B-CF09-4763-9F04-F660A4D8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Síntese das bases de dados NoSQL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8D891-C1F6-49D3-A40A-375C8B24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7bc5303ab4a1b"/>
          <a:srcRect xmlns:a="http://schemas.openxmlformats.org/drawingml/2006/main" l="0" t="12125" r="0" b="12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88F71-35CE-42C5-9893-6C018A48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468736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010E1-6B06-4B24-9E21-E7F01420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82EFE-C048-4133-8EF1-776757EF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E82B6-9C72-46AA-8746-5B725147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MongoDB: servidor e 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D14BA-42B1-41D6-BA9F-DB6B9634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58479-3E4E-427F-8466-85261C02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Docker Compose iniciou o contentor. Dentro dele, o processo mongod está a executar o servidor MongoDB e fica à espera de ligações.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2DAAE-5210-4D6E-80D7-2E96A8E6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5143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009C4-2273-4707-A1CB-2D7304A3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95600"/>
            <a:ext cx="4724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docker compose exec mongo bash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0B10B-A89B-4851-9FE9-724ABB33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5095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Abre o terminal bash dentro do serviço chamado mongo. A palavra mongo é o nome definido no ficheiro Compose.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FAE23-B391-4896-A8C4-D58DE345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5143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8710F-6774-43A8-B360-71CD383B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29100"/>
            <a:ext cx="4724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mongosh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EA3BC-FDDA-4E4F-A10C-AA68B502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095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Abre o cliente MongoDB. O cliente mongosh liga-se ao servidor mongod que já estava a correr.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646D8-D254-436E-8C04-AF7D9063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572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28575">
            <a:solidFill>
              <a:srgbClr val="F0B44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37435-C395-43DF-8286-9813B8F6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524500"/>
            <a:ext cx="10229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Servidor: mongod   ·   Cliente: mongosh</a:t>
            </a:r>
          </a:p>
        </p:txBody>
      </p:sp>
    </p:spTree>
    <p:extLst>
      <p:ext uri="{BB962C8B-B14F-4D97-AF65-F5344CB8AC3E}">
        <p14:creationId xmlns:p14="http://schemas.microsoft.com/office/powerpoint/2010/main" val="20356667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86686-96C3-4AEB-B508-7D4E5C2A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21FB9-9615-4627-8077-68DAE8D4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175BB-A419-4F51-B95A-C89C2F6A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Criar ao inserir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E22DF-EEE2-41BF-BFE1-3746A7D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99805-128C-4BA1-BBBA-3FB0CE87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No modelo relacional: criar BD, tabela, campos, tipos e chaves. Só depois inserir.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12097-6A93-4B8A-837C-9BDBBC3E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6191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DEF0A-B644-4F5D-843B-A115423E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71725"/>
            <a:ext cx="5772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use faculdade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db.aluno.insertOne({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numero: 105514,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nome: "Ana Silva",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curso: "LEI"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23D55-DE85-46CB-A005-A21F7EC8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3905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O MongoDB cria a base e a coleção quando grava o primeiro documento. Também acrescenta automaticamente o campo _id.</a:t>
            </a:r>
          </a:p>
        </p:txBody>
      </p:sp>
    </p:spTree>
    <p:extLst>
      <p:ext uri="{BB962C8B-B14F-4D97-AF65-F5344CB8AC3E}">
        <p14:creationId xmlns:p14="http://schemas.microsoft.com/office/powerpoint/2010/main" val="3523185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C0EBA-9C1A-4D1B-8AA0-2C8E957A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5226F-0437-497A-972C-3E085314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ACDEB-2A77-4984-8594-B1BD73E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Um erro cria outra coleção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9364F-DF69-4213-BEE1-23C1DC12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A129B-8097-43BE-B06B-3045452B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477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A61C6-036D-4A64-A2B8-96EA593B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605790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db.alunos.insertOne({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numero: 122715,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nome: "Bruno Costa",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curso: "LIGE"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show collections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0C67A-841D-4FC0-A1A9-B2D97449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Resultado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C5478-C43B-4E4A-BFEB-F563AFA0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6E6BA-4523-40CE-849E-3927898F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71725"/>
            <a:ext cx="2533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aluno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alunos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8DB00-B962-444C-AB4F-75890075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342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28575">
            <a:solidFill>
              <a:srgbClr val="F0B44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6D4E8-ABCF-4D3B-9828-818B1B9D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5287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O plural foi um engano, mas o MongoDB criou a nova coleção. A flexibilidade exige atenção.</a:t>
            </a:r>
          </a:p>
        </p:txBody>
      </p:sp>
    </p:spTree>
    <p:extLst>
      <p:ext uri="{BB962C8B-B14F-4D97-AF65-F5344CB8AC3E}">
        <p14:creationId xmlns:p14="http://schemas.microsoft.com/office/powerpoint/2010/main" val="1133214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0F250-55BD-4AF4-9EAB-03C3C8E5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2E07D-2130-4EBA-999E-8C5C2B29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0D103-AECF-4A9B-9878-9759F4D5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Documentos com campos diferentes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82E78-203D-4AD8-8A92-86BD0CA9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797B5-9FB7-4D63-8D05-255E8C3B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6667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E008D-5F41-4A55-AE11-5F98FDD6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0225"/>
            <a:ext cx="62484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db.aluno.insertOne({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numero: 123013,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nome: "Carla Rocha",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curso: "LEI",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email: "carla@example.org",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interesses: ["dados", "programação"]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48459-5521-4C93-B3B2-79B9B435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4766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O primeiro documento continua sem email e interesses. Não foi necessário alterar previamente a coleção.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2917-F297-417D-A64E-2728E317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476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28575">
            <a:solidFill>
              <a:srgbClr val="F0B44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24240-A483-4723-AB40-64585F2F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72000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Em aplicações reais podemos definir validações.</a:t>
            </a:r>
          </a:p>
        </p:txBody>
      </p:sp>
    </p:spTree>
    <p:extLst>
      <p:ext uri="{BB962C8B-B14F-4D97-AF65-F5344CB8AC3E}">
        <p14:creationId xmlns:p14="http://schemas.microsoft.com/office/powerpoint/2010/main" val="11401678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02B37-3B30-4D68-9D49-A5D4D557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719E9-6297-439F-A7D1-82C26059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55F4B-78AA-437A-AB9C-FECC436E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find: a analogia com SELECT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4B362-E76F-4197-BBDC-56B0469F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9E694-929F-45FD-B000-BD2B1A02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FFBC7-36E5-4343-8E96-3FAFA52B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MongoDB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4A9BD-0440-4DF7-9ACB-E93A7283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8F654-C495-4ACF-9A87-7B279A40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4533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SELECT *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FROM aluno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WHERE curso = 'LEI';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209CE-0FDA-4929-A354-A761B9F1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495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0050E-E479-4680-9407-DC5036DE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28850"/>
            <a:ext cx="4533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curso: "LEI"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A74A5-2CB1-4CAB-8BA2-BA3559FF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O primeiro objeto de find funciona como filtro. Cada documento que satisfaz a condição é devolvido.</a:t>
            </a:r>
          </a:p>
        </p:txBody>
      </p:sp>
    </p:spTree>
    <p:extLst>
      <p:ext uri="{BB962C8B-B14F-4D97-AF65-F5344CB8AC3E}">
        <p14:creationId xmlns:p14="http://schemas.microsoft.com/office/powerpoint/2010/main" val="8595934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76202-C1B1-499E-80AF-9716EB9A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1F1A0-5370-473F-B045-B1A400D2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60828-FD44-45A6-B99A-09E8C3B9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AND, OR e NOT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A5EFF-3C15-43F2-8F72-30F825FD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63265-B939-4E1D-B99B-A0070998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LEI com número superior a 110000, ou qualquer aluno de LIGE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4C3BC-968A-4237-BC67-8CF8E8D4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477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B33E1-B212-4EF8-A6F2-37C9CE65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85975"/>
            <a:ext cx="60579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$or: [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{ curso: "LIGE" 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{ $and: [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  { curso: "LEI" 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  { numero: { $gt: 110000 }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]}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]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B6891-4802-41C8-A07C-66A2A860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NOT: excluir LIGE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FFDEF-0CAC-481C-881C-12762E7C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9375"/>
            <a:ext cx="3667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82C23-E57D-4FB5-B0A9-EFC3B35A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52725"/>
            <a:ext cx="32480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curso: { $not: { $eq: "LIGE" }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CD4EC-D9F1-4D78-86A3-101041AF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3667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28575">
            <a:solidFill>
              <a:srgbClr val="F0B44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F6128-FADC-4D9B-9041-59180918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24375"/>
            <a:ext cx="3324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Para desigualdade simples também pode usar: { curso: { $ne: "LIGE" } }</a:t>
            </a:r>
          </a:p>
        </p:txBody>
      </p:sp>
    </p:spTree>
    <p:extLst>
      <p:ext uri="{BB962C8B-B14F-4D97-AF65-F5344CB8AC3E}">
        <p14:creationId xmlns:p14="http://schemas.microsoft.com/office/powerpoint/2010/main" val="11850509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1A6240-9967-497E-BE8A-379FFF07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B8A61-C26E-4839-BC4E-01B1462D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D6283-AE74-48D1-9BC1-D28A3A6C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Mostrar, esconder e ordenar campos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580B2-CD52-45EF-B4FB-E81031B0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BF254-AB5A-43B9-8BD4-C59CDBF0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Mostrar apenas nome e curso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DE3B5-24B2-47D9-87E8-4AF02266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1A437-6BA2-4E58-B17B-E3ECB60D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45339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nome: 1, curso: 1, _id: 0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B2F93-6957-435E-86E7-B23783ED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Esconder email e interesses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C10DE-5F86-4AD8-A0EE-B4D78B5D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0500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3394A-AFFF-46F7-8D35-4AE5D10E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38350"/>
            <a:ext cx="45339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email: 0, interesses: 0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2742F-30CC-498C-B05D-2CDACF7E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Ordenar pelo curso e depois pelo nome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9577A-8280-419E-A282-04FD9840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6013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B867B-A096-4B19-8E5C-7AC1308A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10182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db.aluno.find({}).sort({ curso: 1, nome: 1 })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20122-B7EB-4A77-8FA3-26A49129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1 = crescente   ·   -1 = decrescente</a:t>
            </a:r>
          </a:p>
        </p:txBody>
      </p:sp>
    </p:spTree>
    <p:extLst>
      <p:ext uri="{BB962C8B-B14F-4D97-AF65-F5344CB8AC3E}">
        <p14:creationId xmlns:p14="http://schemas.microsoft.com/office/powerpoint/2010/main" val="75426373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B17E9-21E9-43C0-8CCE-7D53BFC3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40434-B6C4-4BF4-B613-E478A73E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F87F6-6FB2-485A-98BB-A3F149EF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Agregação com $group e $merge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70AF0-4E76-4CE7-8E10-3FDD0BCF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7EF6C-C8E7-4336-98CD-A6842EC1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667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8DA96-DD8A-41BE-A00C-77008E7B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248400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db.aluno.aggregate([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$group: 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_id: "$curso",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total: { $sum: 1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}},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$sort: { total: -1 } 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$merge: 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into: "resumo_cursos",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on: "_id",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whenMatched: "replace",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whenNotMatched: "insert"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}}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8DF1E-194B-457C-8F9E-FFBCD8EB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$group forma um grupo por curso e conta os documentos.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ED84E-DC76-4B7D-9B48-043FDADF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$sort ordena o resultado pelo total.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DC0E7-EC34-408D-BCFA-9054EB6F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3387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$merge grava o resumo na coleção resumo_cursos.</a:t>
            </a:r>
          </a:p>
        </p:txBody>
      </p:sp>
    </p:spTree>
    <p:extLst>
      <p:ext uri="{BB962C8B-B14F-4D97-AF65-F5344CB8AC3E}">
        <p14:creationId xmlns:p14="http://schemas.microsoft.com/office/powerpoint/2010/main" val="20885117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60F329-1413-495B-8683-6F8622FD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1EC7C-E9CE-4805-B7DE-E57D2F04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BA632-D7E3-4137-838D-0B5CE2E0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Do WHERE ao HAVING com dois $match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921A3-A4B9-473F-8996-73EFD5E6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04EC8-8BEE-47C4-8211-E679EE83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6572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8C65E-7EF1-4074-8854-9AA02B68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14475"/>
            <a:ext cx="6153150" cy="449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db.movies.aggregate([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$match: { duration: { $gte: 90 } } 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$group: 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_id: "$country",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TotalMovies: { $sum: 1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}},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$match: { TotalMovies: { $gt: 100 } } 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$project: 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_id: 0, Country: "$_id", TotalMovies: 1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}},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$merge: "countries_100longmovies"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392E6-5447-42AA-BE18-45FA1575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763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1.º $match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AB38A-2255-453F-B320-13C08CCD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763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WHERE: filtra os filmes antes do agrupamento.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C853E-1B4A-43E4-9196-F392F182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33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$group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6DF43-345D-400B-BCC4-52F533DD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GROUP BY: forma um grupo por país e conta.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D39CB-4C3A-40F3-A40C-1FB13269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2.º $match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1CFD7-77AC-4506-8BDF-E3826163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HAVING: filtra os grupos que já têm TotalMovies.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B01B7-CF09-48D1-97CC-F7878EFF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38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$project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B817FE-3BA6-4649-9739-869ADC4B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386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Escolhe e renomeia os campos do resultado.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DE34F-6F8D-4744-8DD3-428B5BAD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$merge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9F366-B87C-499B-BA5E-B07E16D2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958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Grava o resultado noutra coleção.</a:t>
            </a:r>
          </a:p>
        </p:txBody>
      </p:sp>
    </p:spTree>
    <p:extLst>
      <p:ext uri="{BB962C8B-B14F-4D97-AF65-F5344CB8AC3E}">
        <p14:creationId xmlns:p14="http://schemas.microsoft.com/office/powerpoint/2010/main" val="511561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2026-09-13T10:48:25.9460000Z</dcterms:created>
  <dcterms:modified xsi:type="dcterms:W3CDTF">2026-09-13T10:48:25.9460000Z</dcterms:modified>
</coreProperties>
</file>