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0fd2ecc3c4956" /><Relationship Type="http://schemas.openxmlformats.org/officeDocument/2006/relationships/extended-properties" Target="/docProps/app.xml" Id="R44a858bb51824301" /><Relationship Type="http://schemas.openxmlformats.org/officeDocument/2006/relationships/officeDocument" Target="/ppt/presentation.xml" Id="R83e7729768854b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98565dc59b4258"/>
  </p:sldMasterIdLst>
  <p:notesMasterIdLst>
    <p:notesMasterId xmlns:r="http://schemas.openxmlformats.org/officeDocument/2006/relationships" r:id="R78b3ee8ad5c24290"/>
  </p:notesMasterIdLst>
  <p:sldIdLst>
    <p:sldId xmlns:r="http://schemas.openxmlformats.org/officeDocument/2006/relationships" id="256" r:id="Re6f81f116c484fd2"/>
    <p:sldId xmlns:r="http://schemas.openxmlformats.org/officeDocument/2006/relationships" id="257" r:id="R9b7c2daaeb5648d4"/>
    <p:sldId xmlns:r="http://schemas.openxmlformats.org/officeDocument/2006/relationships" id="258" r:id="R55454ff020354994"/>
    <p:sldId xmlns:r="http://schemas.openxmlformats.org/officeDocument/2006/relationships" id="259" r:id="R60f21f7bf11342a9"/>
    <p:sldId xmlns:r="http://schemas.openxmlformats.org/officeDocument/2006/relationships" id="260" r:id="Rf7f5e0e744984a80"/>
    <p:sldId xmlns:r="http://schemas.openxmlformats.org/officeDocument/2006/relationships" id="261" r:id="R0eb28619863f41cb"/>
    <p:sldId xmlns:r="http://schemas.openxmlformats.org/officeDocument/2006/relationships" id="262" r:id="R356e8bdb28e54f9e"/>
    <p:sldId xmlns:r="http://schemas.openxmlformats.org/officeDocument/2006/relationships" id="263" r:id="R96bed1facfa04384"/>
    <p:sldId xmlns:r="http://schemas.openxmlformats.org/officeDocument/2006/relationships" id="264" r:id="Rc3338d444ea34979"/>
    <p:sldId xmlns:r="http://schemas.openxmlformats.org/officeDocument/2006/relationships" id="265" r:id="R78f956cd84384747"/>
    <p:sldId xmlns:r="http://schemas.openxmlformats.org/officeDocument/2006/relationships" id="266" r:id="Rfe46847c90034ff9"/>
    <p:sldId xmlns:r="http://schemas.openxmlformats.org/officeDocument/2006/relationships" id="267" r:id="Re8fd98d9ac814c59"/>
    <p:sldId xmlns:r="http://schemas.openxmlformats.org/officeDocument/2006/relationships" id="268" r:id="Ra955190426254eb1"/>
    <p:sldId xmlns:r="http://schemas.openxmlformats.org/officeDocument/2006/relationships" id="269" r:id="Rcfc3b1930dbc424c"/>
    <p:sldId xmlns:r="http://schemas.openxmlformats.org/officeDocument/2006/relationships" id="270" r:id="R34005bcb12e14180"/>
    <p:sldId xmlns:r="http://schemas.openxmlformats.org/officeDocument/2006/relationships" id="271" r:id="R9a42db84ce9649d8"/>
    <p:sldId xmlns:r="http://schemas.openxmlformats.org/officeDocument/2006/relationships" id="272" r:id="R48a02d4b086b4eb5"/>
    <p:sldId xmlns:r="http://schemas.openxmlformats.org/officeDocument/2006/relationships" id="273" r:id="Rd12dc622e7e448ed"/>
    <p:sldId xmlns:r="http://schemas.openxmlformats.org/officeDocument/2006/relationships" id="274" r:id="R53313989b54440c1"/>
    <p:sldId xmlns:r="http://schemas.openxmlformats.org/officeDocument/2006/relationships" id="275" r:id="Ra6083d0b52f246fb"/>
    <p:sldId xmlns:r="http://schemas.openxmlformats.org/officeDocument/2006/relationships" id="276" r:id="R9762cfbce5b74d9b"/>
    <p:sldId xmlns:r="http://schemas.openxmlformats.org/officeDocument/2006/relationships" id="277" r:id="R9e4a43e96822444f"/>
    <p:sldId xmlns:r="http://schemas.openxmlformats.org/officeDocument/2006/relationships" id="278" r:id="R2b6d29355a1a4fbb"/>
    <p:sldId xmlns:r="http://schemas.openxmlformats.org/officeDocument/2006/relationships" id="279" r:id="R39becc04a5f14331"/>
    <p:sldId xmlns:r="http://schemas.openxmlformats.org/officeDocument/2006/relationships" id="280" r:id="R4615ceeefca441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d0b1c9506412f" /><Relationship Type="http://schemas.openxmlformats.org/officeDocument/2006/relationships/slideMaster" Target="/ppt/slideMasters/slideMaster1.xml" Id="Rdc98565dc59b4258" /><Relationship Type="http://schemas.openxmlformats.org/officeDocument/2006/relationships/notesMaster" Target="/ppt/notesMasters/notesMaster1.xml" Id="R78b3ee8ad5c24290" /><Relationship Type="http://schemas.openxmlformats.org/officeDocument/2006/relationships/presProps" Target="/ppt/presProps.xml" Id="R45de07a820524190" /><Relationship Type="http://schemas.openxmlformats.org/officeDocument/2006/relationships/tableStyles" Target="/ppt/tableStyles.xml" Id="Rcfc28206a9a74753" /><Relationship Type="http://schemas.openxmlformats.org/officeDocument/2006/relationships/slide" Target="/ppt/slides/slide1.xml" Id="Re6f81f116c484fd2" /><Relationship Type="http://schemas.openxmlformats.org/officeDocument/2006/relationships/slide" Target="/ppt/slides/slide2.xml" Id="R9b7c2daaeb5648d4" /><Relationship Type="http://schemas.openxmlformats.org/officeDocument/2006/relationships/slide" Target="/ppt/slides/slide3.xml" Id="R55454ff020354994" /><Relationship Type="http://schemas.openxmlformats.org/officeDocument/2006/relationships/slide" Target="/ppt/slides/slide4.xml" Id="R60f21f7bf11342a9" /><Relationship Type="http://schemas.openxmlformats.org/officeDocument/2006/relationships/slide" Target="/ppt/slides/slide5.xml" Id="Rf7f5e0e744984a80" /><Relationship Type="http://schemas.openxmlformats.org/officeDocument/2006/relationships/slide" Target="/ppt/slides/slide6.xml" Id="R0eb28619863f41cb" /><Relationship Type="http://schemas.openxmlformats.org/officeDocument/2006/relationships/slide" Target="/ppt/slides/slide7.xml" Id="R356e8bdb28e54f9e" /><Relationship Type="http://schemas.openxmlformats.org/officeDocument/2006/relationships/slide" Target="/ppt/slides/slide8.xml" Id="R96bed1facfa04384" /><Relationship Type="http://schemas.openxmlformats.org/officeDocument/2006/relationships/slide" Target="/ppt/slides/slide9.xml" Id="Rc3338d444ea34979" /><Relationship Type="http://schemas.openxmlformats.org/officeDocument/2006/relationships/slide" Target="/ppt/slides/slide10.xml" Id="R78f956cd84384747" /><Relationship Type="http://schemas.openxmlformats.org/officeDocument/2006/relationships/slide" Target="/ppt/slides/slide11.xml" Id="Rfe46847c90034ff9" /><Relationship Type="http://schemas.openxmlformats.org/officeDocument/2006/relationships/slide" Target="/ppt/slides/slide12.xml" Id="Re8fd98d9ac814c59" /><Relationship Type="http://schemas.openxmlformats.org/officeDocument/2006/relationships/slide" Target="/ppt/slides/slide13.xml" Id="Ra955190426254eb1" /><Relationship Type="http://schemas.openxmlformats.org/officeDocument/2006/relationships/slide" Target="/ppt/slides/slide14.xml" Id="Rcfc3b1930dbc424c" /><Relationship Type="http://schemas.openxmlformats.org/officeDocument/2006/relationships/slide" Target="/ppt/slides/slide15.xml" Id="R34005bcb12e14180" /><Relationship Type="http://schemas.openxmlformats.org/officeDocument/2006/relationships/slide" Target="/ppt/slides/slide16.xml" Id="R9a42db84ce9649d8" /><Relationship Type="http://schemas.openxmlformats.org/officeDocument/2006/relationships/slide" Target="/ppt/slides/slide17.xml" Id="R48a02d4b086b4eb5" /><Relationship Type="http://schemas.openxmlformats.org/officeDocument/2006/relationships/slide" Target="/ppt/slides/slide18.xml" Id="Rd12dc622e7e448ed" /><Relationship Type="http://schemas.openxmlformats.org/officeDocument/2006/relationships/slide" Target="/ppt/slides/slide19.xml" Id="R53313989b54440c1" /><Relationship Type="http://schemas.openxmlformats.org/officeDocument/2006/relationships/slide" Target="/ppt/slides/slide20.xml" Id="Ra6083d0b52f246fb" /><Relationship Type="http://schemas.openxmlformats.org/officeDocument/2006/relationships/slide" Target="/ppt/slides/slide21.xml" Id="R9762cfbce5b74d9b" /><Relationship Type="http://schemas.openxmlformats.org/officeDocument/2006/relationships/slide" Target="/ppt/slides/slide22.xml" Id="R9e4a43e96822444f" /><Relationship Type="http://schemas.openxmlformats.org/officeDocument/2006/relationships/slide" Target="/ppt/slides/slide23.xml" Id="R2b6d29355a1a4fbb" /><Relationship Type="http://schemas.openxmlformats.org/officeDocument/2006/relationships/slide" Target="/ppt/slides/slide24.xml" Id="R39becc04a5f14331" /><Relationship Type="http://schemas.openxmlformats.org/officeDocument/2006/relationships/slide" Target="/ppt/slides/slide25.xml" Id="R4615ceeefca4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3fb5da9d9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e6d48703f42b5" /><Relationship Type="http://schemas.openxmlformats.org/officeDocument/2006/relationships/notesMaster" Target="/ppt/notesMasters/notesMaster1.xml" Id="R111c96365f8f48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e430434d54f56" /><Relationship Type="http://schemas.openxmlformats.org/officeDocument/2006/relationships/notesMaster" Target="/ppt/notesMasters/notesMaster1.xml" Id="Rdc41602b1fee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07795ad8842cb" /><Relationship Type="http://schemas.openxmlformats.org/officeDocument/2006/relationships/notesMaster" Target="/ppt/notesMasters/notesMaster1.xml" Id="R6ea92fa09766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a35517d50e46eb" /><Relationship Type="http://schemas.openxmlformats.org/officeDocument/2006/relationships/notesMaster" Target="/ppt/notesMasters/notesMaster1.xml" Id="R0d0752e8b071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846415cd784ef2" /><Relationship Type="http://schemas.openxmlformats.org/officeDocument/2006/relationships/notesMaster" Target="/ppt/notesMasters/notesMaster1.xml" Id="R67fefccf18444e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5f220c33bf452f" /><Relationship Type="http://schemas.openxmlformats.org/officeDocument/2006/relationships/notesMaster" Target="/ppt/notesMasters/notesMaster1.xml" Id="Rae7a1d46efbf41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27056b2a64527" /><Relationship Type="http://schemas.openxmlformats.org/officeDocument/2006/relationships/notesMaster" Target="/ppt/notesMasters/notesMaster1.xml" Id="Rff9b0258ecdb41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157de00c404eae" /><Relationship Type="http://schemas.openxmlformats.org/officeDocument/2006/relationships/notesMaster" Target="/ppt/notesMasters/notesMaster1.xml" Id="R4ab41a8caec2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df86b9b364c55" /><Relationship Type="http://schemas.openxmlformats.org/officeDocument/2006/relationships/notesMaster" Target="/ppt/notesMasters/notesMaster1.xml" Id="Rc10f171a4a2548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56e72266ba4251" /><Relationship Type="http://schemas.openxmlformats.org/officeDocument/2006/relationships/notesMaster" Target="/ppt/notesMasters/notesMaster1.xml" Id="Rf01c8938c9fe4a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e2c56c5d484663" /><Relationship Type="http://schemas.openxmlformats.org/officeDocument/2006/relationships/notesMaster" Target="/ppt/notesMasters/notesMaster1.xml" Id="R953850b511d84b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a85660e80f46fe" /><Relationship Type="http://schemas.openxmlformats.org/officeDocument/2006/relationships/notesMaster" Target="/ppt/notesMasters/notesMaster1.xml" Id="R98de97199d6646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0cb02789324820" /><Relationship Type="http://schemas.openxmlformats.org/officeDocument/2006/relationships/notesMaster" Target="/ppt/notesMasters/notesMaster1.xml" Id="Rcefcb4f36a804c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c72fb6d02b4db6" /><Relationship Type="http://schemas.openxmlformats.org/officeDocument/2006/relationships/notesMaster" Target="/ppt/notesMasters/notesMaster1.xml" Id="Rdafb1b8ac93349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9038e13d0c4b3e" /><Relationship Type="http://schemas.openxmlformats.org/officeDocument/2006/relationships/notesMaster" Target="/ppt/notesMasters/notesMaster1.xml" Id="Rb342605c610043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cd6314abbb4a65" /><Relationship Type="http://schemas.openxmlformats.org/officeDocument/2006/relationships/notesMaster" Target="/ppt/notesMasters/notesMaster1.xml" Id="R022ce95e98d146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ee1e1ec7dc462b" /><Relationship Type="http://schemas.openxmlformats.org/officeDocument/2006/relationships/notesMaster" Target="/ppt/notesMasters/notesMaster1.xml" Id="R0db5bfe6206b4d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5677cb8f644b7b" /><Relationship Type="http://schemas.openxmlformats.org/officeDocument/2006/relationships/notesMaster" Target="/ppt/notesMasters/notesMaster1.xml" Id="R626f575101384b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80714c745e4106" /><Relationship Type="http://schemas.openxmlformats.org/officeDocument/2006/relationships/notesMaster" Target="/ppt/notesMasters/notesMaster1.xml" Id="R1016f413f7cc47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02f0fa2a3e4963" /><Relationship Type="http://schemas.openxmlformats.org/officeDocument/2006/relationships/notesMaster" Target="/ppt/notesMasters/notesMaster1.xml" Id="R4d90c9b604e541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37673a14854fcf" /><Relationship Type="http://schemas.openxmlformats.org/officeDocument/2006/relationships/notesMaster" Target="/ppt/notesMasters/notesMaster1.xml" Id="R825ee5ffa9ff49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67d030599345d1" /><Relationship Type="http://schemas.openxmlformats.org/officeDocument/2006/relationships/notesMaster" Target="/ppt/notesMasters/notesMaster1.xml" Id="R38aca9320af841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031574132940b5" /><Relationship Type="http://schemas.openxmlformats.org/officeDocument/2006/relationships/notesMaster" Target="/ppt/notesMasters/notesMaster1.xml" Id="Re438e2d99ac84d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8086dd60714da4" /><Relationship Type="http://schemas.openxmlformats.org/officeDocument/2006/relationships/notesMaster" Target="/ppt/notesMasters/notesMaster1.xml" Id="Ra14894d37ffb47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de812c161a417e" /><Relationship Type="http://schemas.openxmlformats.org/officeDocument/2006/relationships/notesMaster" Target="/ppt/notesMasters/notesMaster1.xml" Id="Rba815115b66e4a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ab4c4679a46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d1953b7664e93" /><Relationship Type="http://schemas.openxmlformats.org/officeDocument/2006/relationships/slideLayout" Target="/ppt/slideLayouts/slideLayout1.xml" Id="R46e5db4676ed4e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5db4676ed4e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0e40488a4409" /><Relationship Type="http://schemas.openxmlformats.org/officeDocument/2006/relationships/notesSlide" Target="/ppt/notesSlides/notesSlide1.xml" Id="Rd656873b9507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6ab7632344a89" /><Relationship Type="http://schemas.openxmlformats.org/officeDocument/2006/relationships/notesSlide" Target="/ppt/notesSlides/notesSlide2.xml" Id="R688490af8c01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8a8b246c4d04" /><Relationship Type="http://schemas.openxmlformats.org/officeDocument/2006/relationships/image" Target="/ppt/media/image.png" Id="R4ffd392317564bb2" /><Relationship Type="http://schemas.openxmlformats.org/officeDocument/2006/relationships/notesSlide" Target="/ppt/notesSlides/notesSlide3.xml" Id="R2434d6a0dc3e4a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b3d1151b74a5f" /><Relationship Type="http://schemas.openxmlformats.org/officeDocument/2006/relationships/image" Target="/ppt/media/image2.png" Id="Rd21b2ff92e2d4061" /><Relationship Type="http://schemas.openxmlformats.org/officeDocument/2006/relationships/notesSlide" Target="/ppt/notesSlides/notesSlide4.xml" Id="Rab00597379154b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013ff279840ef" /><Relationship Type="http://schemas.openxmlformats.org/officeDocument/2006/relationships/image" Target="/ppt/media/image3.png" Id="R1bb4f845ac5d4336" /><Relationship Type="http://schemas.openxmlformats.org/officeDocument/2006/relationships/notesSlide" Target="/ppt/notesSlides/notesSlide5.xml" Id="R464b6ab655dc46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ba789c1f54e05" /><Relationship Type="http://schemas.openxmlformats.org/officeDocument/2006/relationships/image" Target="/ppt/media/image4.png" Id="R7d7cf3a66b94416c" /><Relationship Type="http://schemas.openxmlformats.org/officeDocument/2006/relationships/notesSlide" Target="/ppt/notesSlides/notesSlide6.xml" Id="Rd872cc01d9c648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e6e452b1c4997" /><Relationship Type="http://schemas.openxmlformats.org/officeDocument/2006/relationships/image" Target="/ppt/media/image5.png" Id="R0f5138c58805474a" /><Relationship Type="http://schemas.openxmlformats.org/officeDocument/2006/relationships/notesSlide" Target="/ppt/notesSlides/notesSlide7.xml" Id="R7f32f9b1568b46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5039807e044ea" /><Relationship Type="http://schemas.openxmlformats.org/officeDocument/2006/relationships/image" Target="/ppt/media/image6.png" Id="Rb0a7e81e37e94e1c" /><Relationship Type="http://schemas.openxmlformats.org/officeDocument/2006/relationships/notesSlide" Target="/ppt/notesSlides/notesSlide8.xml" Id="R10efd6e240f64e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e83f6433e40c9" /><Relationship Type="http://schemas.openxmlformats.org/officeDocument/2006/relationships/image" Target="/ppt/media/image7.png" Id="R1265e405dd514c0f" /><Relationship Type="http://schemas.openxmlformats.org/officeDocument/2006/relationships/notesSlide" Target="/ppt/notesSlides/notesSlide9.xml" Id="Ra501da8a168041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3e321bb3d4050" /><Relationship Type="http://schemas.openxmlformats.org/officeDocument/2006/relationships/image" Target="/ppt/media/image8.png" Id="Rcb9b906529d34feb" /><Relationship Type="http://schemas.openxmlformats.org/officeDocument/2006/relationships/notesSlide" Target="/ppt/notesSlides/notesSlide10.xml" Id="R18363a0b691946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bc4d8efa54cf8" /><Relationship Type="http://schemas.openxmlformats.org/officeDocument/2006/relationships/image" Target="/ppt/media/image9.png" Id="R96d53c81fac94f12" /><Relationship Type="http://schemas.openxmlformats.org/officeDocument/2006/relationships/notesSlide" Target="/ppt/notesSlides/notesSlide11.xml" Id="Reaf8a4ca4d7c46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ca4a0bbca485c" /><Relationship Type="http://schemas.openxmlformats.org/officeDocument/2006/relationships/image" Target="/ppt/media/image10.png" Id="R9dd67906245b4b8c" /><Relationship Type="http://schemas.openxmlformats.org/officeDocument/2006/relationships/notesSlide" Target="/ppt/notesSlides/notesSlide12.xml" Id="R49612cda9f2d4b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864a829d24457" /><Relationship Type="http://schemas.openxmlformats.org/officeDocument/2006/relationships/image" Target="/ppt/media/image11.png" Id="R15785373652347ba" /><Relationship Type="http://schemas.openxmlformats.org/officeDocument/2006/relationships/notesSlide" Target="/ppt/notesSlides/notesSlide13.xml" Id="Raa76484eb19549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1f877ae0e4122" /><Relationship Type="http://schemas.openxmlformats.org/officeDocument/2006/relationships/image" Target="/ppt/media/image12.png" Id="R34ceb5cbd89e4e1b" /><Relationship Type="http://schemas.openxmlformats.org/officeDocument/2006/relationships/notesSlide" Target="/ppt/notesSlides/notesSlide14.xml" Id="R766074e1c8a046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19eb6025047bc" /><Relationship Type="http://schemas.openxmlformats.org/officeDocument/2006/relationships/image" Target="/ppt/media/image13.png" Id="Rbfcf6e629892497b" /><Relationship Type="http://schemas.openxmlformats.org/officeDocument/2006/relationships/notesSlide" Target="/ppt/notesSlides/notesSlide15.xml" Id="R6be2507177d946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7d9d3db4144e7" /><Relationship Type="http://schemas.openxmlformats.org/officeDocument/2006/relationships/image" Target="/ppt/media/image14.png" Id="R76a27a0a74d549d9" /><Relationship Type="http://schemas.openxmlformats.org/officeDocument/2006/relationships/notesSlide" Target="/ppt/notesSlides/notesSlide16.xml" Id="Rf012fa8f215543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f5e74d3484b62" /><Relationship Type="http://schemas.openxmlformats.org/officeDocument/2006/relationships/notesSlide" Target="/ppt/notesSlides/notesSlide17.xml" Id="R8683748f31aa41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edf220e81481e" /><Relationship Type="http://schemas.openxmlformats.org/officeDocument/2006/relationships/notesSlide" Target="/ppt/notesSlides/notesSlide18.xml" Id="R91c79828cd734e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516c8fe3d48bd" /><Relationship Type="http://schemas.openxmlformats.org/officeDocument/2006/relationships/notesSlide" Target="/ppt/notesSlides/notesSlide19.xml" Id="R48f894343dc542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893ee45c443e7" /><Relationship Type="http://schemas.openxmlformats.org/officeDocument/2006/relationships/notesSlide" Target="/ppt/notesSlides/notesSlide20.xml" Id="Rd4aa0442d06b45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80097662545ea" /><Relationship Type="http://schemas.openxmlformats.org/officeDocument/2006/relationships/notesSlide" Target="/ppt/notesSlides/notesSlide21.xml" Id="Rf5f15f99f9fa4c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2b8416a59468d" /><Relationship Type="http://schemas.openxmlformats.org/officeDocument/2006/relationships/notesSlide" Target="/ppt/notesSlides/notesSlide22.xml" Id="Re96ee7aa4ab246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5d2913dd941f4" /><Relationship Type="http://schemas.openxmlformats.org/officeDocument/2006/relationships/notesSlide" Target="/ppt/notesSlides/notesSlide23.xml" Id="Recdb12c0177044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37a8fb0084029" /><Relationship Type="http://schemas.openxmlformats.org/officeDocument/2006/relationships/notesSlide" Target="/ppt/notesSlides/notesSlide24.xml" Id="R242883120cc048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5cf3a0478410f" /><Relationship Type="http://schemas.openxmlformats.org/officeDocument/2006/relationships/notesSlide" Target="/ppt/notesSlides/notesSlide25.xml" Id="R5cc7891bafcd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BB153-004D-4CD8-BD28-C80280E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26CF7-5B60-4800-98A6-0E98D7D2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rPr>
              <a:t>BASES DE DADOS · TUTORIAL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3174D-5BF3-4876-A958-1F084313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NoSQL e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DD9F0-A9CC-485F-992A-81E738B0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rPr>
              <a:t>Da flexibilidade dos documentos às primeiras consultas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7F10E-A65C-479C-8825-3A29771C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</p:spTree>
    <p:extLst>
      <p:ext uri="{BB962C8B-B14F-4D97-AF65-F5344CB8AC3E}">
        <p14:creationId xmlns:p14="http://schemas.microsoft.com/office/powerpoint/2010/main" val="93834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70EDF-758C-4534-967C-FEC6CA4C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2BD5B-DA44-4792-B313-5ABDC4B1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69C1-7EA5-493F-BC3C-4BF89402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que significa NoSQL?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006B0-3E8A-4A1D-BEF4-7389B51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744F4-A70B-486F-BCC2-10C8672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NoSQL significa habitualmente Not Only 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A648F-87FF-4ED6-86FC-0B6BF484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O nome reúne várias famílias de bases de dados que não organizam obrigatoriamente toda a informação em tabelas relacionadas. Há modelos documentais, chave-valor, colunares e orientados a grafos.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A7FE9-B8E5-4384-97EC-6B1AAF3E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Nesta aula: flexibilidade da estrutura, distribuição dos dados e tolerância a falhas.</a:t>
            </a:r>
          </a:p>
        </p:txBody>
      </p:sp>
    </p:spTree>
    <p:extLst>
      <p:ext uri="{BB962C8B-B14F-4D97-AF65-F5344CB8AC3E}">
        <p14:creationId xmlns:p14="http://schemas.microsoft.com/office/powerpoint/2010/main" val="333210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ED968-78A1-4FEE-8D27-AAF0400D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39534-58A7-401B-A05F-622E0B26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C50C6-F93E-4813-B984-BFBC9D03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NoSQL: mais do que uma tecnologia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298DA-0FAF-4543-BCE7-5E25DDE4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d392317564bb2"/>
          <a:srcRect xmlns:a="http://schemas.openxmlformats.org/drawingml/2006/main" l="0" t="12268" r="0" b="12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D2DC5-2515-4FF9-9FC9-5110D20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3502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F12E2-BFA5-4817-A9DF-15D4728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DD4EA-BA11-4386-96DB-2902B4EB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372AE-B5F9-48E6-9257-84FC52C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Estrutura fixa no 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C97DB-FB19-4572-8150-642CC37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b2ff92e2d4061"/>
          <a:srcRect xmlns:a="http://schemas.openxmlformats.org/drawingml/2006/main" l="0" t="12971" r="0" b="12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3B803-E4C6-4448-A55C-F10E7D9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386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F7BFC-FDC1-4CFF-8651-6C22AEFB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FA362-B977-4849-9671-526330F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B5D3F-6AC2-42E7-B3A0-F3FC8BD4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Quando os novos dados não cabem na tabela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8FBC-93BA-494F-981F-484C69FC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4f845ac5d4336"/>
          <a:srcRect xmlns:a="http://schemas.openxmlformats.org/drawingml/2006/main" l="0" t="13479" r="0" b="13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11CAE-4D6C-4B4D-872F-151A6C3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97409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7CC0D-7BD3-4DD9-8C20-8E779AD4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C1CFF-2393-4538-96C6-4E4C9F21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1BEBF-928F-42A0-9B16-CDD2DEE1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Registos com atributos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D5766-29F6-44D7-826B-AEE6F0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cf3a66b94416c"/>
          <a:srcRect xmlns:a="http://schemas.openxmlformats.org/drawingml/2006/main" l="0" t="13318" r="0" b="13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DF79D-9AFA-4041-91D3-2A3F072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1359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59E86-5462-418C-B09B-EB3DAF65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0F876-67A2-4AD4-AFAD-11D5404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01038-10EC-4C90-960C-8F6DA64F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Internet das Coisas e redes sociais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83F35-5676-4394-A89E-B3A9CE6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138c58805474a"/>
          <a:srcRect xmlns:a="http://schemas.openxmlformats.org/drawingml/2006/main" l="0" t="12820" r="0" b="12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33639-3B56-43F0-BB6D-DA8BA73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32540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18E91-BC35-41AD-8B36-A6CB62C1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815F7-FCB8-4649-A3FE-4917F676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E45A9-7684-450D-A0DD-F02446C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Documentos e informação repetida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ACFC2-3A4C-48BF-91F7-9A37C694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7e81e37e94e1c"/>
          <a:srcRect xmlns:a="http://schemas.openxmlformats.org/drawingml/2006/main" l="0" t="12419" r="0" b="12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2958A-A70F-4D94-8238-18438C81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93006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FB8FB-9010-4743-B950-A0D0947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CB25C-5298-4045-8DE8-8107966F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BE9BE-1BCA-498E-872C-84F27DF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 e 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D4590-36B7-49E6-9A12-E7100B2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5e405dd514c0f"/>
          <a:srcRect xmlns:a="http://schemas.openxmlformats.org/drawingml/2006/main" l="0" t="12269" r="0" b="12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CE970-C1DB-4393-8769-A596C2C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2562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6FEFF-C3A0-4181-8CD1-906DFBDD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48D54-26D2-41A9-B6D0-9B3F3EB0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B0E28-1F51-4950-AC8D-8290A91C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Dados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FDDE5-DB83-40F0-87D1-F36572D1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b906529d34feb"/>
          <a:srcRect xmlns:a="http://schemas.openxmlformats.org/drawingml/2006/main" l="0" t="13037" r="0" b="13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8D501-A5CA-4A1E-A8EB-A80D40EA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4340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EEBED-3D33-48B8-A7E1-722509B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85C1E-A5D8-4620-8D8F-D0A81029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8ADC9-C263-481C-A77A-5831DFAC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Propagação de novos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C8A1-E353-42C5-BF38-C6465C33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53c81fac94f12"/>
          <a:srcRect xmlns:a="http://schemas.openxmlformats.org/drawingml/2006/main" l="0" t="12237" r="0" b="12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E2C8D-4997-4898-85E7-9AADD8F3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18271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351B1-C3CE-48F7-BB03-E03B76FC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A342E-2988-4CC8-951C-DBD8D95D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4D97B-A5DA-4A30-A387-1F98316A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Leituras durante a propagação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8C3AC-DC26-498C-902E-38F93D3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67906245b4b8c"/>
          <a:srcRect xmlns:a="http://schemas.openxmlformats.org/drawingml/2006/main" l="0" t="11578" r="0" b="11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5E3EC-FEF7-4366-9F94-49B50F41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122804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D9B1E-466B-4ABB-8CA4-E22839C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84925-B969-4C69-A36E-FF271D6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2BA5-BCD1-4BCC-8603-29888F8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Falha de um servidor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509C7-F3D2-4D97-B0C5-F7DEBB8C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85373652347ba"/>
          <a:srcRect xmlns:a="http://schemas.openxmlformats.org/drawingml/2006/main" l="0" t="11849" r="0" b="11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D438-3393-4A25-A272-EF8127A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988215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F15EC-D446-45A9-AAEF-D730A9D1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DA1F6-D53E-4EBF-9B79-D216A9A3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32F80-9EE0-4922-9181-C1B6E90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Consistência e disponibilidade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CBE10-C86B-4599-BCCE-05F3E422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b5cbd89e4e1b"/>
          <a:srcRect xmlns:a="http://schemas.openxmlformats.org/drawingml/2006/main" l="0" t="10898" r="0" b="10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8D53E-123A-438E-ADFF-881131D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22258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05544-B169-45D2-BCD7-7068F77A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02842-1CEF-4D82-9DE4-F39A925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4C930-D976-4812-BFC2-7330FCB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Escolhas perante uma falha de rede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6A74A-7560-4FF4-B43B-4B816D0B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f6e629892497b"/>
          <a:srcRect xmlns:a="http://schemas.openxmlformats.org/drawingml/2006/main" l="0" t="11845" r="0" b="11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B44FF-724C-451D-A275-1F70318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85957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28621-ECCD-4124-93B4-1D3A6A0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9176A-3B0F-4CEA-9258-AE45ED7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6432F-1CB1-454A-BDC7-93246F53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Síntese das bases de dados NoSQL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0C34A-962A-466D-8026-C920A9F2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27a0a74d549d9"/>
          <a:srcRect xmlns:a="http://schemas.openxmlformats.org/drawingml/2006/main" l="0" t="12125" r="0" b="12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396F3-0C6B-4A84-96F4-493D933A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06612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A33C9-E548-4DFE-83DC-FDAB73A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F6515-E3B4-47A1-85B0-DD681AC2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196B-7B10-4EEA-A737-323EAFF2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MongoDB: servidor e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FAFDB-59C0-4A0B-B8F2-A53CAD7F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63682-678D-4201-8E76-2E3BDF92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Docker Compose iniciou o contentor. Dentro dele, o processo mongod está a executar o servidor MongoDB e fica à espera de ligações.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0FF2B-C46B-42BC-A0B4-2DED1D92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EB1AF-8A31-47B2-9BE6-7E1BFB5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docker compose exec mongo bash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1AD7D-4941-4D0B-8570-BD0D55F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Abre o terminal bash dentro do serviço chamado mongo. A palavra mongo é o nome definido no ficheiro Compose.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5D715-7D63-4EDE-B578-E8B833A4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099EE-8D84-4E87-9608-C51B9E46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291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mongosh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2A73A-A949-4C73-9D91-0F2C417B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Abre o cliente MongoDB. O cliente mongosh liga-se ao servidor mongod que já estava a correr.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92341-F720-44EE-A32E-DADA9AF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A83F5-6F6C-4A4F-B948-726D8043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24500"/>
            <a:ext cx="1022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Servidor: mongod   ·   Cliente: mongosh</a:t>
            </a:r>
          </a:p>
        </p:txBody>
      </p:sp>
    </p:spTree>
    <p:extLst>
      <p:ext uri="{BB962C8B-B14F-4D97-AF65-F5344CB8AC3E}">
        <p14:creationId xmlns:p14="http://schemas.microsoft.com/office/powerpoint/2010/main" val="20371944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79DF5-08A2-46FF-8F2E-C983E9F0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91679-7516-47ED-B58C-E87EE1B5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BAFCF-55EF-4035-8541-C616CFC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Criar ao inserir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D3BE9-D9C3-43F7-A549-3725DF0D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3C47-4D20-4FBC-A465-5323E7A0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No modelo relacional: criar BD, tabela, campos, tipos e chaves. Só depois inserir.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D664B-88A2-4424-9DBA-2CBA0326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B2ED5-CD78-4A16-88AF-416B677B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5772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use faculdade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105514,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"Ana Silva",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D1722-7242-4129-BB30-8A1D362B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MongoDB cria a base e a coleção quando grava o primeiro documento. Também acrescenta automaticamente o campo _id.</a:t>
            </a:r>
          </a:p>
        </p:txBody>
      </p:sp>
    </p:spTree>
    <p:extLst>
      <p:ext uri="{BB962C8B-B14F-4D97-AF65-F5344CB8AC3E}">
        <p14:creationId xmlns:p14="http://schemas.microsoft.com/office/powerpoint/2010/main" val="1703723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9C059-CF3B-48BA-83B6-593DB2E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A10E5-D3FC-475F-8AAE-B85710B8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8804A-4282-4DD1-BA3C-F686E11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Um erro cria outra coleção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1F207-0C2E-448A-80E9-DB1DFED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1C848-D4D8-4BB8-80DA-B51B2A8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47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43784-F1BC-4F47-96A2-FF572B2A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60579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db.alunos.insertOne({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122715,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"Bruno Costa",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"LIGE"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show collections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ADA1F-7939-42EB-A2E8-480F7690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B88F2-29D2-491C-9D5D-6A74C39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66B80-96A9-441C-8E18-4C1B0A2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71725"/>
            <a:ext cx="253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aluno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alunos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ACEB8-8260-428B-A3A8-CFC4A8E7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9F9E7-C0AE-4965-8B5F-D0EFF091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5287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O plural foi um engano, mas o MongoDB criou a nova coleção. A flexibilidade exige atenção.</a:t>
            </a:r>
          </a:p>
        </p:txBody>
      </p:sp>
    </p:spTree>
    <p:extLst>
      <p:ext uri="{BB962C8B-B14F-4D97-AF65-F5344CB8AC3E}">
        <p14:creationId xmlns:p14="http://schemas.microsoft.com/office/powerpoint/2010/main" val="9490522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5206F-9562-4E57-AB95-14563CF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A4414-5571-48CD-A2F8-4F01E87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33F4B-107E-47F1-AEC0-EBE96B8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Documentos com campos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6E96A-4036-4E3F-B864-845F7901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CBAAA-D0DF-43AD-8DE8-8212164E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A49FD-4A81-4F60-A93A-99A53BC1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0225"/>
            <a:ext cx="62484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123013,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"Carla Rocha",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email: "carla@example.org",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interesses: ["dados", "programação"]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085E2-3FA8-44CA-BDCF-928A8A3B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476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primeiro documento continua sem email e interesses. Não foi necessário alterar previamente a coleção.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414B3-A0C8-4CB3-B82A-F4DB165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76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2DC37-14C5-499C-A34C-D9CBC4B1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Em aplicações reais podemos definir validações.</a:t>
            </a:r>
          </a:p>
        </p:txBody>
      </p:sp>
    </p:spTree>
    <p:extLst>
      <p:ext uri="{BB962C8B-B14F-4D97-AF65-F5344CB8AC3E}">
        <p14:creationId xmlns:p14="http://schemas.microsoft.com/office/powerpoint/2010/main" val="15673728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BF7B7-0B81-4BA7-BA14-5714E646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6C9DC-D9AB-4DE2-868B-530D0D54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099A2-F268-4B79-BC2F-BF7C231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find: a analogia com SELECT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CFB2D-7473-45DA-9B86-8EFB2FB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943A5-6817-4A84-A98A-89E5CCF0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869E3-DE86-4E2E-8E11-AFE51FF0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9AB07-40C9-4E62-B73A-D298400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F3DF3-831E-4C5E-A2E9-59EAC22D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SELECT *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FROM aluno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WHERE curso = 'LEI';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5865-92E7-4219-A3B0-5B980852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695E3-498E-4BD0-BB57-535FDEEF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28850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D7144-8237-4B3E-8DD8-FEC6663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primeiro objeto de find funciona como filtro. Cada documento que satisfaz a condição é devolvido.</a:t>
            </a:r>
          </a:p>
        </p:txBody>
      </p:sp>
    </p:spTree>
    <p:extLst>
      <p:ext uri="{BB962C8B-B14F-4D97-AF65-F5344CB8AC3E}">
        <p14:creationId xmlns:p14="http://schemas.microsoft.com/office/powerpoint/2010/main" val="18451090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56D5D-9A7B-4344-A52A-0BA44D2E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02380-2408-4AC1-B870-47EAF30C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DA91-AA96-4737-859D-AA1612C5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AND, OR e NOT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9B9EB-BCC5-4525-9979-403E29D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1A4A-9B4A-4413-A983-14C1AB0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LEI com número superior a 110000, ou qualquer aluno de LIGE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68C70-F8C1-4623-8562-E76FF4CD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47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3E08B-F73C-4D1D-B757-AD890BC3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60579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$or: 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curso: "LIGE"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$and: 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  { curso: "LEI"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  { numero: { $gt: 110000 }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]}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]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53171-0A7A-47FB-B609-7124252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NOT: excluir LIGE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AF435-A420-4898-A1A9-999F7FB7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3667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0707E-2BAE-4B1C-BB15-34427135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52725"/>
            <a:ext cx="32480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{ $not: { $eq: "LIGE" }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A9AE0-50D5-472B-BF30-A97687E1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667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A3AEC-959C-48B2-AA4B-3204E1D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24375"/>
            <a:ext cx="3324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Para desigualdade simples também pode usar: { curso: { $ne: "LIGE" } }</a:t>
            </a:r>
          </a:p>
        </p:txBody>
      </p:sp>
    </p:spTree>
    <p:extLst>
      <p:ext uri="{BB962C8B-B14F-4D97-AF65-F5344CB8AC3E}">
        <p14:creationId xmlns:p14="http://schemas.microsoft.com/office/powerpoint/2010/main" val="208500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7B9D1-6146-42F2-BA10-3A56E4EC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C84C1-989B-4088-8AF0-3FBB6CD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48C68-2D96-4A87-A7BB-B141FD27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Mostrar, esconder e ordenar campos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E47A8-E68A-414B-9CB5-C0F270E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1C5CC-6FBB-4120-8180-DBE26FF3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Mostrar apenas nome 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9BE05-7548-41CF-9790-9FFD634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1BDD1-D355-4874-9917-58A8651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533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nome: 1, curso: 1, _id: 0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49C19-D520-4837-BDCF-D903AD5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Esconder email e interesses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0D881-08F4-49FA-809E-F6F131F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BC3DB-BB54-4961-B2F1-D5B40A48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38350"/>
            <a:ext cx="4533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email: 0, interesses: 0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4D028-66C9-48DB-8D69-8C2ACD5B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Ordenar pelo curso e depois pelo nome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77125-058F-4DDC-A931-D348FFCF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6013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621C4-0C82-45AE-A711-44C9FA19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182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db.aluno.find({}).sort({ curso: 1, nome: 1 })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D45A3-F8A2-47E4-9C8E-C2ADDDBE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1 = crescente   ·   -1 = decrescente</a:t>
            </a:r>
          </a:p>
        </p:txBody>
      </p:sp>
    </p:spTree>
    <p:extLst>
      <p:ext uri="{BB962C8B-B14F-4D97-AF65-F5344CB8AC3E}">
        <p14:creationId xmlns:p14="http://schemas.microsoft.com/office/powerpoint/2010/main" val="15171907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92B2C-962E-4F76-8547-4A0A19BA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51CD2-BC14-461E-ABAB-0768FC1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7ACF6-A050-438E-9D43-4D3F06E9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Agregação com $group e $merge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3F55D-3AD0-4E5A-B8CB-D9B9EC2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950B9-4DCC-491B-816D-A79CF59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8D8F3-13EA-460D-8EDD-03BB533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2484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db.aluno.aggregate([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$group: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"$curso",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total: { $sum: 1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$sort: { total: -1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$merge: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into: "resumo_cursos",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on: "_id",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whenMatched: "replace",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whenNotMatched: "insert"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19C03-1DBE-43B7-BFA8-5C9751A7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$group forma um grupo por curso e conta os documentos.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2D05-3482-4CCC-9AC3-3FFE1742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$sort ordena o resultado pelo total.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8E06A-9817-461C-A52B-8686875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$merge grava o resumo na coleção resumo_cursos.</a:t>
            </a:r>
          </a:p>
        </p:txBody>
      </p:sp>
    </p:spTree>
    <p:extLst>
      <p:ext uri="{BB962C8B-B14F-4D97-AF65-F5344CB8AC3E}">
        <p14:creationId xmlns:p14="http://schemas.microsoft.com/office/powerpoint/2010/main" val="15871802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FE835-335B-49D5-AE7C-77B20A6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E52CF-3A47-4157-B81D-F696519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A5FB6-1079-4EF5-B54A-72387DCE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 WHERE ao HAVING com dois $match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2D9C4-C06A-4BA5-9FB1-E4DEFB19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1859D-F3E4-44BA-BCB1-6869067F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572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2D39D-B3D1-4907-91A0-E6DF3ED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14475"/>
            <a:ext cx="6153150" cy="449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db.movies.aggregate([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$match: { duration: { $gte: 90 }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$group: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"$country",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TotalMovies: { $sum: 1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$match: { TotalMovies: { $gt: 100 }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$project: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0, Country: "$_id", TotalMovies: 1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$merge: "countries_100longmovies"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0A2C9-CEC5-4144-9699-ADE283A5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1.º $match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30184-C2BE-41D2-9291-540C33B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WHERE: filtra os filmes antes do agrupamento.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1D120-7AC1-4406-B999-253F3DEE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$group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44D1D-1DC4-4244-9903-B6DDCDE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GROUP BY: forma um grupo por país e conta.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D7A61-1AB5-4225-A375-1992CEF4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2.º $match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AFF0E-2155-4182-B684-0EC414BE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HAVING: filtra os grupos que já têm TotalMovies.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0B3DE-25DA-46C5-B5AF-7C4F2A8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$project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6CB2C-31FE-426D-965C-65FD158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386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Escolhe e renomeia os campos do resultado.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1DAAD-57E9-4324-B226-D51975C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$merge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BEB74-C169-493A-A454-2A60750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Grava o resultado noutra coleção.</a:t>
            </a:r>
          </a:p>
        </p:txBody>
      </p:sp>
    </p:spTree>
    <p:extLst>
      <p:ext uri="{BB962C8B-B14F-4D97-AF65-F5344CB8AC3E}">
        <p14:creationId xmlns:p14="http://schemas.microsoft.com/office/powerpoint/2010/main" val="1048226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2026-09-13T10:50:27.2680000Z</dcterms:created>
  <dcterms:modified xsi:type="dcterms:W3CDTF">2026-09-13T10:50:27.2680000Z</dcterms:modified>
</coreProperties>
</file>