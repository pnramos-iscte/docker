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1928542b3f4fbd" /><Relationship Type="http://schemas.openxmlformats.org/officeDocument/2006/relationships/extended-properties" Target="/docProps/app.xml" Id="R9f57318ae6694056" /><Relationship Type="http://schemas.openxmlformats.org/officeDocument/2006/relationships/officeDocument" Target="/ppt/presentation.xml" Id="Rfbb2bdd799244f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51c1ce6a54c3b"/>
  </p:sldMasterIdLst>
  <p:notesMasterIdLst>
    <p:notesMasterId xmlns:r="http://schemas.openxmlformats.org/officeDocument/2006/relationships" r:id="Rec44510bc6944607"/>
  </p:notesMasterIdLst>
  <p:sldIdLst>
    <p:sldId xmlns:r="http://schemas.openxmlformats.org/officeDocument/2006/relationships" id="256" r:id="Rcdb90055bb4b44a3"/>
    <p:sldId xmlns:r="http://schemas.openxmlformats.org/officeDocument/2006/relationships" id="257" r:id="R66e6d451fde34c10"/>
    <p:sldId xmlns:r="http://schemas.openxmlformats.org/officeDocument/2006/relationships" id="258" r:id="Rcc93e33d89de4b30"/>
    <p:sldId xmlns:r="http://schemas.openxmlformats.org/officeDocument/2006/relationships" id="259" r:id="Rdae14075454d42a3"/>
    <p:sldId xmlns:r="http://schemas.openxmlformats.org/officeDocument/2006/relationships" id="260" r:id="Rd9c3f26ddd664c5a"/>
    <p:sldId xmlns:r="http://schemas.openxmlformats.org/officeDocument/2006/relationships" id="261" r:id="Rd3746c9b15ad483d"/>
    <p:sldId xmlns:r="http://schemas.openxmlformats.org/officeDocument/2006/relationships" id="262" r:id="R772c152f0d6e49f7"/>
    <p:sldId xmlns:r="http://schemas.openxmlformats.org/officeDocument/2006/relationships" id="263" r:id="Rf49303103fb64769"/>
    <p:sldId xmlns:r="http://schemas.openxmlformats.org/officeDocument/2006/relationships" id="264" r:id="R0dd020edb2d94cb8"/>
    <p:sldId xmlns:r="http://schemas.openxmlformats.org/officeDocument/2006/relationships" id="265" r:id="R41fa44002c8d4f30"/>
    <p:sldId xmlns:r="http://schemas.openxmlformats.org/officeDocument/2006/relationships" id="266" r:id="R4278673ef98d42eb"/>
    <p:sldId xmlns:r="http://schemas.openxmlformats.org/officeDocument/2006/relationships" id="267" r:id="R89544736061d47ed"/>
    <p:sldId xmlns:r="http://schemas.openxmlformats.org/officeDocument/2006/relationships" id="268" r:id="R7ff62d08ffcd4f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581f7d6d774ceb" /><Relationship Type="http://schemas.openxmlformats.org/officeDocument/2006/relationships/slideMaster" Target="/ppt/slideMasters/slideMaster1.xml" Id="Rf1c51c1ce6a54c3b" /><Relationship Type="http://schemas.openxmlformats.org/officeDocument/2006/relationships/notesMaster" Target="/ppt/notesMasters/notesMaster1.xml" Id="Rec44510bc6944607" /><Relationship Type="http://schemas.openxmlformats.org/officeDocument/2006/relationships/presProps" Target="/ppt/presProps.xml" Id="R7eb88927c25f40c6" /><Relationship Type="http://schemas.openxmlformats.org/officeDocument/2006/relationships/tableStyles" Target="/ppt/tableStyles.xml" Id="R62d0c49ed4c5478f" /><Relationship Type="http://schemas.openxmlformats.org/officeDocument/2006/relationships/slide" Target="/ppt/slides/slide1.xml" Id="Rcdb90055bb4b44a3" /><Relationship Type="http://schemas.openxmlformats.org/officeDocument/2006/relationships/slide" Target="/ppt/slides/slide2.xml" Id="R66e6d451fde34c10" /><Relationship Type="http://schemas.openxmlformats.org/officeDocument/2006/relationships/slide" Target="/ppt/slides/slide3.xml" Id="Rcc93e33d89de4b30" /><Relationship Type="http://schemas.openxmlformats.org/officeDocument/2006/relationships/slide" Target="/ppt/slides/slide4.xml" Id="Rdae14075454d42a3" /><Relationship Type="http://schemas.openxmlformats.org/officeDocument/2006/relationships/slide" Target="/ppt/slides/slide5.xml" Id="Rd9c3f26ddd664c5a" /><Relationship Type="http://schemas.openxmlformats.org/officeDocument/2006/relationships/slide" Target="/ppt/slides/slide6.xml" Id="Rd3746c9b15ad483d" /><Relationship Type="http://schemas.openxmlformats.org/officeDocument/2006/relationships/slide" Target="/ppt/slides/slide7.xml" Id="R772c152f0d6e49f7" /><Relationship Type="http://schemas.openxmlformats.org/officeDocument/2006/relationships/slide" Target="/ppt/slides/slide8.xml" Id="Rf49303103fb64769" /><Relationship Type="http://schemas.openxmlformats.org/officeDocument/2006/relationships/slide" Target="/ppt/slides/slide9.xml" Id="R0dd020edb2d94cb8" /><Relationship Type="http://schemas.openxmlformats.org/officeDocument/2006/relationships/slide" Target="/ppt/slides/slide10.xml" Id="R41fa44002c8d4f30" /><Relationship Type="http://schemas.openxmlformats.org/officeDocument/2006/relationships/slide" Target="/ppt/slides/slide11.xml" Id="R4278673ef98d42eb" /><Relationship Type="http://schemas.openxmlformats.org/officeDocument/2006/relationships/slide" Target="/ppt/slides/slide12.xml" Id="R89544736061d47ed" /><Relationship Type="http://schemas.openxmlformats.org/officeDocument/2006/relationships/slide" Target="/ppt/slides/slide13.xml" Id="R7ff62d08ffcd4f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a44d9b71a241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24d98504664594" /><Relationship Type="http://schemas.openxmlformats.org/officeDocument/2006/relationships/notesMaster" Target="/ppt/notesMasters/notesMaster1.xml" Id="R1cfa8adcf2ca4c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f20641d0c4c69" /><Relationship Type="http://schemas.openxmlformats.org/officeDocument/2006/relationships/notesMaster" Target="/ppt/notesMasters/notesMaster1.xml" Id="R9ab5bbdd42b0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b89ee2660f4138" /><Relationship Type="http://schemas.openxmlformats.org/officeDocument/2006/relationships/notesMaster" Target="/ppt/notesMasters/notesMaster1.xml" Id="R89a984377dad45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e3db29296f42ff" /><Relationship Type="http://schemas.openxmlformats.org/officeDocument/2006/relationships/notesMaster" Target="/ppt/notesMasters/notesMaster1.xml" Id="R320d02aaf5f440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3fdbb3c0c4adf" /><Relationship Type="http://schemas.openxmlformats.org/officeDocument/2006/relationships/notesMaster" Target="/ppt/notesMasters/notesMaster1.xml" Id="R1a4b6734a6f449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c633ce30ed4a2c" /><Relationship Type="http://schemas.openxmlformats.org/officeDocument/2006/relationships/notesMaster" Target="/ppt/notesMasters/notesMaster1.xml" Id="R1bdd543af74e42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58876566ae40da" /><Relationship Type="http://schemas.openxmlformats.org/officeDocument/2006/relationships/notesMaster" Target="/ppt/notesMasters/notesMaster1.xml" Id="R54f90b7fbc5144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4e9f5585374d9a" /><Relationship Type="http://schemas.openxmlformats.org/officeDocument/2006/relationships/notesMaster" Target="/ppt/notesMasters/notesMaster1.xml" Id="R124a6caef67b47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3ea85609fc4c1e" /><Relationship Type="http://schemas.openxmlformats.org/officeDocument/2006/relationships/notesMaster" Target="/ppt/notesMasters/notesMaster1.xml" Id="Ra04c0b57d7824a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fa81052d6446f7" /><Relationship Type="http://schemas.openxmlformats.org/officeDocument/2006/relationships/notesMaster" Target="/ppt/notesMasters/notesMaster1.xml" Id="Rb3393edbe6ca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33627202e14f53" /><Relationship Type="http://schemas.openxmlformats.org/officeDocument/2006/relationships/notesMaster" Target="/ppt/notesMasters/notesMaster1.xml" Id="Rdc4f0241d00343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2d2ebd00044bfa" /><Relationship Type="http://schemas.openxmlformats.org/officeDocument/2006/relationships/notesMaster" Target="/ppt/notesMasters/notesMaster1.xml" Id="Rabf7776280684f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f9cb49908e45bb" /><Relationship Type="http://schemas.openxmlformats.org/officeDocument/2006/relationships/notesMaster" Target="/ppt/notesMasters/notesMaster1.xml" Id="Rec97581199674e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5db2f710249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ff7809b8f46b3" /><Relationship Type="http://schemas.openxmlformats.org/officeDocument/2006/relationships/slideLayout" Target="/ppt/slideLayouts/slideLayout1.xml" Id="R46de88e1ba3a4f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e88e1ba3a4f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96a5eebbd458e" /><Relationship Type="http://schemas.openxmlformats.org/officeDocument/2006/relationships/notesSlide" Target="/ppt/notesSlides/notesSlide1.xml" Id="R8600a8f3e1dc4b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999978154474a" /><Relationship Type="http://schemas.openxmlformats.org/officeDocument/2006/relationships/notesSlide" Target="/ppt/notesSlides/notesSlide2.xml" Id="R55e9877abfbc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024b0801b4d80" /><Relationship Type="http://schemas.openxmlformats.org/officeDocument/2006/relationships/notesSlide" Target="/ppt/notesSlides/notesSlide3.xml" Id="Ra8d490f2b96d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89830a0fd42f7" /><Relationship Type="http://schemas.openxmlformats.org/officeDocument/2006/relationships/notesSlide" Target="/ppt/notesSlides/notesSlide4.xml" Id="R243640857a4e43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5215b27aa4f15" /><Relationship Type="http://schemas.openxmlformats.org/officeDocument/2006/relationships/notesSlide" Target="/ppt/notesSlides/notesSlide5.xml" Id="R6cea1f03160a45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c5b5a3750436c" /><Relationship Type="http://schemas.openxmlformats.org/officeDocument/2006/relationships/notesSlide" Target="/ppt/notesSlides/notesSlide6.xml" Id="Rcc35cb697a2847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37b0a474c4f00" /><Relationship Type="http://schemas.openxmlformats.org/officeDocument/2006/relationships/notesSlide" Target="/ppt/notesSlides/notesSlide7.xml" Id="Reb1f1b7bfab4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f8cc365c4496" /><Relationship Type="http://schemas.openxmlformats.org/officeDocument/2006/relationships/notesSlide" Target="/ppt/notesSlides/notesSlide8.xml" Id="R4278c46e75af46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0b61f89d54639" /><Relationship Type="http://schemas.openxmlformats.org/officeDocument/2006/relationships/notesSlide" Target="/ppt/notesSlides/notesSlide9.xml" Id="R26793624f75544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701d67c654f50" /><Relationship Type="http://schemas.openxmlformats.org/officeDocument/2006/relationships/notesSlide" Target="/ppt/notesSlides/notesSlide10.xml" Id="R6bacd3755e2f43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a5bf41d94920" /><Relationship Type="http://schemas.openxmlformats.org/officeDocument/2006/relationships/notesSlide" Target="/ppt/notesSlides/notesSlide11.xml" Id="Ra35388d7fdb244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49547b0ed454e" /><Relationship Type="http://schemas.openxmlformats.org/officeDocument/2006/relationships/notesSlide" Target="/ppt/notesSlides/notesSlide12.xml" Id="R7a68717114d349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4cbc077094d5a" /><Relationship Type="http://schemas.openxmlformats.org/officeDocument/2006/relationships/notesSlide" Target="/ppt/notesSlides/notesSlide13.xml" Id="Re71aa419c17b48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8D1FC-3FBE-4458-B029-07E2A791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CECF-A553-4C5E-940B-5B49E7E1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F5774-87E4-40EB-B346-6CC1BC84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TUTORIAL PARA AULA E ESTUDO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AB489-457C-40B7-B69F-2B63AA5E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INSERT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7158B-774A-4BE9-BACB-F951812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6E7EE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6E7EE"/>
                </a:solidFill>
                <a:latin typeface="Aptos"/>
                <a:ea typeface="Aptos"/>
                <a:cs typeface="Aptos"/>
              </a:rPr>
              <a:t>Alterar dados com controlo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4A5D3-1051-4223-80ED-37A1F12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857C7-95E2-4CD9-ACDB-91D13F0A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DC141-4260-4BC8-96AD-7D392103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81200"/>
            <a:ext cx="3619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START TRANSACTION;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... WHERE ...;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UPDATE ... WHERE ...;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ROLLBACK;  -- ou COMMIT</a:t>
            </a:r>
          </a:p>
        </p:txBody>
      </p:sp>
    </p:spTree>
    <p:extLst>
      <p:ext uri="{BB962C8B-B14F-4D97-AF65-F5344CB8AC3E}">
        <p14:creationId xmlns:p14="http://schemas.microsoft.com/office/powerpoint/2010/main" val="9753415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9E3F4-B1B2-49E5-800E-76E04BF0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9C8B3-7657-40DB-AF68-673282FC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2AD80-CAAA-4A02-B203-26260E87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2FB93-145E-4DC6-9E3C-2CDFC637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regra antes de alterar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D17C9-98D2-4A48-A84A-EE926FB8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52A7F-82B0-4923-A888-9BB361C2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D3F6C-5576-4AB5-9644-93696EF0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6675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C32D1-8277-44BE-A501-AC1683BB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 · Selecionar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44636-8A53-4D03-ABDB-78D9A68C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81175"/>
            <a:ext cx="202882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Executar o SELECT equivalente com o mesmo WHERE.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D9EFC-B4AB-4748-9F75-0A7E076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85875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F763D-75C4-49A9-9C64-BCC91029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85875"/>
            <a:ext cx="66675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6C7A8-8979-47B6-8D01-E40321E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419225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 · Contar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787D4-9DE4-4A6C-9386-A0099241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81175"/>
            <a:ext cx="202882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Confirmar linhas e quantidade.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EB67C-F64C-46D2-BC2B-6F97A30D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85875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AAFEC-0DE0-4650-BAA1-06AE18A9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85875"/>
            <a:ext cx="66675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2C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89CA3-2BC4-4070-A645-41C45C6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419225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 · Alterar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5C73B-B5BE-4DA8-A560-272AB6A6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81175"/>
            <a:ext cx="202882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Executar dentro de uma transação.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5E92B-F543-4B44-8F70-F3D97585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285875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5FAE5-EE52-4DF7-A58C-40B833A3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285875"/>
            <a:ext cx="66675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202D3-9B74-42CB-BA9D-E1B248D1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19225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 · Decidir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F68F4-3294-4196-98DC-10922EF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81175"/>
            <a:ext cx="202882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COMMIT confirma. ROLLBACK desfaz.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9E402-B042-4D6B-B192-6B1C92D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9E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F1A8F-E17E-4C23-881C-F2185ECA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WHERE, UPDATE altera todas as linhas e DELETE tenta apagá-las todas.</a:t>
            </a:r>
          </a:p>
        </p:txBody>
      </p:sp>
    </p:spTree>
    <p:extLst>
      <p:ext uri="{BB962C8B-B14F-4D97-AF65-F5344CB8AC3E}">
        <p14:creationId xmlns:p14="http://schemas.microsoft.com/office/powerpoint/2010/main" val="11311422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498F9-F858-48C9-8970-C716D81F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90720-DD12-4185-96A2-00160816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A0284-AC4B-412A-9269-1872E97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5585E-F657-46E3-B096-F0055B3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INSERT de uma ou várias linhas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C4C9C-C282-4E5E-AFA7-0D8BC35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AEF87-D437-4AB0-B8C7-F59A595A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6C7AE-BDD3-4999-8FF7-4BDDE443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61912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INSERT INTO pais (pais_id,nome)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VALUES (5,'Cabo Verde');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INSERT INTO pais (pais_id,nome) VALUES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(6,'França'),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(7,'Itália'),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(8,'Alemanha');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8E2FC-142E-4937-A3DB-C83C64E3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45F3A-29D2-4F07-8E2A-91E3D395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180B4-F774-4141-88C1-A5B29F74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144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Correspondência por posição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A8601-479D-4A0F-8CB8-5CF3E7BF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76425"/>
            <a:ext cx="3409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Cada valor corresponde à coluna na mesma posição.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B3CEE-198F-4D06-BB17-78CFCBF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810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8632E-9B39-4C86-9F8D-D2FB7996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27280-979C-4D74-A578-4300A5B5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194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Várias linhas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C9D50-E89C-45D5-87D5-E0A09EC4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81425"/>
            <a:ext cx="3409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Cada par de parênteses representa uma linha.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33CBB-EB5C-4D7F-857A-3222C94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EE8CA-9C82-40FF-9023-4FEB38E6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Indicar as colunas torna o comando mais claro e resistente a mudanças na tabela.</a:t>
            </a:r>
          </a:p>
        </p:txBody>
      </p:sp>
    </p:spTree>
    <p:extLst>
      <p:ext uri="{BB962C8B-B14F-4D97-AF65-F5344CB8AC3E}">
        <p14:creationId xmlns:p14="http://schemas.microsoft.com/office/powerpoint/2010/main" val="16406943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02A8B-761B-4ED1-8C78-A27559E1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15541-7823-40DB-8D7C-6D391824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3FAD0-6707-465E-BFCE-86999FEE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1E5B2-C9BA-4B9D-B120-D43F568C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INSERT como resultado de SELECT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7A93B-37B7-4034-8182-BEF7D3C0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04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B9575-E34A-4428-9F20-8F5EFAA8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6953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0ACFF-728E-4136-8948-3FCA94E5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6477000" cy="399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INSERT INTO autores_destaque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(utilizador_id,nome,total_gostos)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u.utilizador_id,u.nome,SUM(p.gostos)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 u JOIN post 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ON p.utilizador_id=u.utilizador_id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GROUP BY u.utilizador_id,u.nome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HAVING SUM(p.gostos)&gt;=20;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D642F-8CFC-423C-83D4-2A7B269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CAAE-4842-414A-AD94-AEE00097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7B022-743C-4511-811A-44428370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5144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A8138-B732-47BD-8854-76C24F84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876425"/>
            <a:ext cx="3314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Cada linha devolvida pelo SELECT entra na tabela de destino.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05761-3E3C-424D-9FEA-E6EFBFDD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714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38AA4-DA59-4A4B-A02E-EBC6107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9E41-B14D-4172-8561-913BF978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099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Compatibilidade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2F1AA-1D5A-41B5-BB6D-05128013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71925"/>
            <a:ext cx="3314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Número, ordem e tipos têm de corresponder.</a:t>
            </a:r>
          </a:p>
        </p:txBody>
      </p:sp>
    </p:spTree>
    <p:extLst>
      <p:ext uri="{BB962C8B-B14F-4D97-AF65-F5344CB8AC3E}">
        <p14:creationId xmlns:p14="http://schemas.microsoft.com/office/powerpoint/2010/main" val="17212906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64E89-1DF6-4906-91F7-7171CE10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E31AA-F5F7-4908-825E-0D22887C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694F2-C6EB-4418-BEF3-13CA603D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DD1A6-9EF5-4959-B75A-2682012F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 calcula um novo valor por linha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44D92-DF36-4DAE-906D-0047A747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05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93D56-B2ED-4094-8D1B-5571E2A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4C21E-184C-4CAD-9134-5D2E7CB7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61912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utilizador_id,nome,reputacao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estado='ativo' AND reputacao&lt;60;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UPDATE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SET reputacao=reputacao+5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estado='ativo' AND reputacao&lt;60;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82AE6-80DF-408D-AF69-5850D09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3810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B1E38-5F9E-4589-B046-67EDC778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C1579-A04F-47A5-B65B-9F919E5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144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310F2-DE21-44DA-9C98-5171D59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76425"/>
            <a:ext cx="3409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expressão da direita usa os valores antigos da linha.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464A1-6FC3-4484-BDA5-AE1869E2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3810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6A880-3B50-4EA7-9B6D-71C0EC01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C792A-AB1A-4DBE-8672-D2FBE42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099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BB5E2-B9E0-466F-AE54-B31F5D0D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71925"/>
            <a:ext cx="3409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Escolhe as linhas que recebem o novo valor.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DAA5A-DBFE-4A7B-9F82-52F820C0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FA023-E4A1-47E9-87E8-CD5A7BA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SELECT anterior permite verificar exatamente quem será alterado.</a:t>
            </a:r>
          </a:p>
        </p:txBody>
      </p:sp>
    </p:spTree>
    <p:extLst>
      <p:ext uri="{BB962C8B-B14F-4D97-AF65-F5344CB8AC3E}">
        <p14:creationId xmlns:p14="http://schemas.microsoft.com/office/powerpoint/2010/main" val="5159117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05716-5883-4A55-81DF-C333B17E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BE32F-D571-4207-904B-2246AEE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C4228-DF2E-4102-BA58-85BBF0EC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F6847-C7B7-4AA7-9EB1-68AAC0E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 com dados de outra tabela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E6C44-ECDC-4AC7-B0DF-C0CAA19C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06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43C55-F041-471B-9412-F0ED53DA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72390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E38CD-5804-4A7A-B95A-736D66D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6762750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UPDATE utilizador AS u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JOIN (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SELECT 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FROM post GROUP BY 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HAVING SUM(gostos)&gt;=20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) AS elegivel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 ON elegivel.utilizador_id=u.utilizador_id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SET u.reputacao=LEAST(100,u.reputacao+10);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753C3-E545-472B-84EE-1576065D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476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9772B-85BB-41BF-825F-A4F3DF10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A6F50-DBDC-4DE4-90F2-4390DCB9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14475"/>
            <a:ext cx="307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Tabela derivada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E16E9-3F01-475C-AD58-4BDA3C80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76425"/>
            <a:ext cx="30765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Calcula primeiro os autores elegíveis.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C52E8-F885-47D0-B498-75E37394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476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8E489-FBE2-4267-9F12-8944E809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B2BFF-6AD9-47DB-942C-BB20784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307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 alvo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7887B-B04A-4ABD-8174-832385B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67175"/>
            <a:ext cx="30765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 JOIN escolhe linhas. Apenas utilizador muda.</a:t>
            </a:r>
          </a:p>
        </p:txBody>
      </p:sp>
    </p:spTree>
    <p:extLst>
      <p:ext uri="{BB962C8B-B14F-4D97-AF65-F5344CB8AC3E}">
        <p14:creationId xmlns:p14="http://schemas.microsoft.com/office/powerpoint/2010/main" val="17372526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B8536-13CF-4E00-B41E-F198658D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7C7D0-A33A-40DA-9C5D-BB0E7636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45CDD-F762-4D42-8370-AEB6A393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49E2F-E71C-4832-B5A2-D27A947B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DELETE remove linhas inteiras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9FCCF-AA69-43D7-B12F-BC77C375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07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1C58C-65C0-4904-A036-64AFD099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47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6432E-E87C-455C-985E-F35A851F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6000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* FROM post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publicado_em&lt;'2026-03-05';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DELETE FROM post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publicado_em&lt;'2026-03-05';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89E47-2217-44DE-BCA0-8962C267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285875"/>
            <a:ext cx="4000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C915A-05FE-47E4-8D58-8D1BBD6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28587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8F235-113C-4BC5-951F-CAC639C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19225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linha completa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8D735-C1EF-45A5-A973-3C48978B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781175"/>
            <a:ext cx="3600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Não existe apagar apenas uma coluna.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DE9D6-A586-49A6-AA0A-0C9599F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4000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59E27-81BA-4FD3-8BB5-8FA4F788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4FD3A-C553-4918-A95E-F88C7729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7660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Retirar um valor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FA7A8-9204-4FDF-BB31-38C2A083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38550"/>
            <a:ext cx="3600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UPDATE ... SET coluna=NULL, se NULL for permitido.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16B58-30BC-4551-9F86-AB338722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BC1B4-FBCD-488E-AA80-B366232D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Apagar uma linha não renumera as PK nem justifica reutilizar identificadores.</a:t>
            </a:r>
          </a:p>
        </p:txBody>
      </p:sp>
    </p:spTree>
    <p:extLst>
      <p:ext uri="{BB962C8B-B14F-4D97-AF65-F5344CB8AC3E}">
        <p14:creationId xmlns:p14="http://schemas.microsoft.com/office/powerpoint/2010/main" val="18965601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0B63A-0C23-4E7B-BC3B-70A1602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3BACC-DE01-441B-A890-CB7D22CC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DD6F-6802-40B3-BA47-B4F8C668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275A8-2B20-4E2F-9490-60E14EE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FK pode impedir o DELETE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9F7D-4BA9-4F98-9E9A-CEAD3472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08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5A1A9-81AF-4CCB-8DF2-DEE99D9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33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6AF8F-C466-4F4A-A0E9-9ED99320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857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DELETE 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utilizador_id=101;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D7C75-BF5E-4F63-8C9F-F13351CE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9062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AD85C-B62D-4A34-96FE-C1ADCF2E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90625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49EF9-CEDC-42F6-A3A2-40B00B4D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323975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RESTRICT ou NO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7DDFE-5073-4949-8E4D-8D07FE8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85925"/>
            <a:ext cx="4362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 SGBD recusa apagar Ana enquanto existirem posts que a referenciem.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2FD6A-C0EB-456E-A650-C2D43A5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762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B64DA-4B29-41F6-83B1-2F5EB07D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00CB7-A4BE-4122-85A7-83B9112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Alternativas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0CC8E-2EA1-4C2C-8118-3EC2A35A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29050"/>
            <a:ext cx="4362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Apagar dependências, CASCADE ou SET NULL quando o requisito permitir.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99D05-6D2C-4EF6-93A4-5F70029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9626F-0208-4B8C-8FFE-DE22CA0A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integridade referencial impede uma FK de apontar para uma linha inexistente.</a:t>
            </a:r>
          </a:p>
        </p:txBody>
      </p:sp>
    </p:spTree>
    <p:extLst>
      <p:ext uri="{BB962C8B-B14F-4D97-AF65-F5344CB8AC3E}">
        <p14:creationId xmlns:p14="http://schemas.microsoft.com/office/powerpoint/2010/main" val="13940494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256E6-DF7F-4E7B-B3D3-478BA68F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7E804-3E6F-4747-8484-571245AA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C46B0-6A72-457D-A922-1E76BAD2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746D5-3B2C-45D1-BA76-2251537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operação pode consultar várias tabelas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37741-3FCC-48E4-9EDB-9A24883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09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5DC34-536D-4D51-8BF1-56965FAC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0283D-6566-4E0C-B584-DFADA9C8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3C533-E205-432F-BAA7-7523DD96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UPDATE de um alvo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13DD0-9606-4AEB-8EEA-841D849E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81175"/>
            <a:ext cx="2933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UPDATE utilizador u JOIN post p ... SET u.estado=...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948D9-FC35-4AAE-986D-427CEED9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DD5E1-A6F4-4FC1-9527-93DE6298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33273-643A-46DA-8A1B-26F4895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DELETE de um alvo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FD8A4-3695-4139-980D-4CF89D08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81175"/>
            <a:ext cx="2933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DELETE p FROM post p JOIN utilizador u 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B619E-659F-48AA-A42E-F67B56DA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92B4-5150-4DB0-AF44-ADCC001C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C7DEE-872B-4A2D-8920-1890EF9A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Vários alvos no 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ABEDA-523E-42F2-9524-DE63E111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81175"/>
            <a:ext cx="2933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Sintaxe possível, mas menos portável e mais arriscada.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53E74-E750-4E95-B7F1-2075260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0F37B-0F84-42A7-8B3C-CFDE089D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 tabelas consultadas e as tabelas alteradas não são necessariamente as mesmas.</a:t>
            </a:r>
          </a:p>
        </p:txBody>
      </p:sp>
    </p:spTree>
    <p:extLst>
      <p:ext uri="{BB962C8B-B14F-4D97-AF65-F5344CB8AC3E}">
        <p14:creationId xmlns:p14="http://schemas.microsoft.com/office/powerpoint/2010/main" val="18974271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07468-3A7F-46A1-B03B-6BB17D14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7A5D2-6DAB-4327-BDA2-70E4AFAA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CE152-40C2-447A-9F58-9E5E0C5A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B2D90-77DC-45AD-852D-3B482FFA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64481-A641-472A-B577-F6F0F47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10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5B163-3158-4BE3-9C74-46A9BCC0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6572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C072C-50FB-47B9-A850-309DCD1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6096000" cy="413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START TRANSACTION;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UPDATE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SET reputacao=reputacao+5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utilizador_id=102;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* FROM utilizador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WHERE utilizador_id=102;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ROLLBACK;  -- ou COMMIT;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4F014-9068-4066-94B2-865A56B9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285875"/>
            <a:ext cx="3905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A1D77-995A-42C2-907E-9BCC2061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28587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A3D9F-DCF1-42CE-AFC3-D773A9B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419225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5A422-22E5-4B41-BDBC-0FFE3C85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81175"/>
            <a:ext cx="3505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Repõe o estado anterior.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F2259-F43D-4622-8C96-53B37E51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905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A5A25-0AB8-4842-B5F6-C5D89A7C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A641B-868A-4EC0-B727-284FC1A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766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BE9D9-BD92-4B12-8BF3-8D56CEC8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38550"/>
            <a:ext cx="3505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Torna as alterações definitivas.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0BEA6-FB9F-428B-91C5-1A855A6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3380D-0CA3-48CC-B717-C139091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InnoDB suporta transações. Algumas instruções DDL podem provocar confirmação implícita.</a:t>
            </a:r>
          </a:p>
        </p:txBody>
      </p:sp>
    </p:spTree>
    <p:extLst>
      <p:ext uri="{BB962C8B-B14F-4D97-AF65-F5344CB8AC3E}">
        <p14:creationId xmlns:p14="http://schemas.microsoft.com/office/powerpoint/2010/main" val="2442665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47BE8-C73E-4275-87E2-51922804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80886-E453-499B-A4D2-AD19FCEE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A6C62-5EBE-478E-B9FE-81062964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B9D5F-B160-49DB-A250-B93046DC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Restrições e operações em lote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60184-C5C2-46A7-B155-75B85F1C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11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418AD-DD44-4C8B-8374-9C845C6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EF74C-3CFB-4292-92AE-A4449D5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56D60-A7E3-40E2-885F-1A4A282B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36873-824F-4B24-A9DC-B6AED373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2933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PK, UNIQUE, FK, NOT NULL e CHECK validam cada nova linha.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DE157-81C5-4402-8225-BA6A7ED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832C5-B69C-46DE-BC8A-7C55462D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DD4FD-4FBC-46EB-82B6-F8F9859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0DA76-4E56-414F-9323-91D89D00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85925"/>
            <a:ext cx="2933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As restrições validam os novos valores.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9053E-FC16-400F-A032-DCE4BB01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90625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7E3CD-5E54-4E73-8E1A-FD735F3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90625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CF880-1CD7-4B74-B426-8E7A4D05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CE2E9-EA6A-4EE1-9D56-149D3AC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85925"/>
            <a:ext cx="2933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As FKs podem impedir a remoção ou aplicar uma ação configurada.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9A6F2-4C0A-4660-B6A9-002C0736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E0B2F-6663-4480-96FC-D927927E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instrução pode afetar muitas linhas. Confirme a seleção e as restrições antes de executar.</a:t>
            </a:r>
          </a:p>
        </p:txBody>
      </p:sp>
    </p:spTree>
    <p:extLst>
      <p:ext uri="{BB962C8B-B14F-4D97-AF65-F5344CB8AC3E}">
        <p14:creationId xmlns:p14="http://schemas.microsoft.com/office/powerpoint/2010/main" val="11944556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30939-5727-40D4-8204-27A097FF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3BFBA-1793-4594-8417-408D37D7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234DA-D926-4A93-8771-73496E47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9F997-07AE-4412-8CFE-FE12DFD7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DAC2C-598B-41A1-8352-D9F18ADF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12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1541A-0F57-483B-B13D-9CD6B6F3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6BC3-65E3-4FA1-8E04-32FFE99C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2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9546C-D1B8-4DA6-BA3E-5A58EC5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4B310-DAC7-4071-A982-53281C1E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2933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Copiar países, arquivar posts e evitar duplicados com NOT EXISTS.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43D4A-C8B7-418B-B82A-0E7A5539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D079B-BC2B-4718-895E-316D5860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66675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7F9D4-CA07-4274-B887-47531008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065AD-D8DB-40FD-B627-39C9DFAD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85925"/>
            <a:ext cx="2933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CASE, média do país, prémio proporcional e máximo do grupo.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FC5E5-9F23-474E-ABBE-9DC93757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9062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B09CE-829F-4051-BBC5-164AD923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90625"/>
            <a:ext cx="66675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78932-79DE-4B2B-840F-A207F1D0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323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53AA5-C907-4033-B1A9-6E134525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85925"/>
            <a:ext cx="2933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Dependências, arquivo atómico e comparação entre estratégias.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C41BC-7017-4323-8947-7FF665F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ABA16-A1EE-4720-988A-3460606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tutorial permite ao docente desbloquear as soluções com senha.</a:t>
            </a:r>
          </a:p>
        </p:txBody>
      </p:sp>
    </p:spTree>
    <p:extLst>
      <p:ext uri="{BB962C8B-B14F-4D97-AF65-F5344CB8AC3E}">
        <p14:creationId xmlns:p14="http://schemas.microsoft.com/office/powerpoint/2010/main" val="14621148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29860-64D6-46B6-B995-AF2993B0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36BF9-BC1D-49F1-9773-24DB483E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C4949-00AF-4433-9EEC-48304956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C2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C2C8"/>
                </a:solidFill>
                <a:latin typeface="Aptos"/>
                <a:ea typeface="Aptos"/>
                <a:cs typeface="Aptos"/>
              </a:rPr>
              <a:t>SQL · ALTERAR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7C9CD-219A-4402-AE48-B9CB3087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 de executar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C686A-FD00-437A-94BF-EB993CA0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13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36811-4988-4473-83D3-AB57CBDC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45C77-6E65-4676-B4D4-EEE8BAC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97C0D-2503-404D-B1A3-D1135C8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 linhas?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89A55-5582-4177-A086-1EDB3048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8117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Confirmar com SELECT.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791F9-B6F0-45F8-8AA7-F7A32C5B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C1E62-CE04-4974-A849-4BF81607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2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3EE55-9C63-457C-A601-CEFB1C0D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19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 tabelas?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D8107-F498-4C79-93E1-C352FC79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8117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Distinguir fontes e alvos.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CC608-89F1-4DD7-B4DB-15CA57E6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61F58-D9FD-4228-8EF5-E7D4A82C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39949-0792-4228-A48D-D6F64508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9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 restrições?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7BF31-539F-4217-B51C-1CCA812E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7192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Antecipar PK, UNIQUE, FK, NOT NULL e CHECK.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4E4A1-0BE2-4FFF-AF19-531A6F0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2E1F7-4C70-44F6-8F4B-C2EF459E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14200-487E-4323-B1E3-9C6EC393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099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Como desfazer?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FC138-4D62-475D-849B-165BA764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71925"/>
            <a:ext cx="293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Usar transação, validação e backup.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DE5E8-2BEE-4ACC-BE10-E618A66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AA5F6-4AC9-4B48-8DD7-95A6070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05075"/>
            <a:ext cx="2714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SELECT primeiro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4F7"/>
                </a:solidFill>
                <a:latin typeface="Aptos Mono"/>
                <a:ea typeface="Aptos Mono"/>
                <a:cs typeface="Aptos Mono"/>
              </a:rPr>
              <a:t>COMMIT só depois</a:t>
            </a:r>
          </a:p>
        </p:txBody>
      </p:sp>
    </p:spTree>
    <p:extLst>
      <p:ext uri="{BB962C8B-B14F-4D97-AF65-F5344CB8AC3E}">
        <p14:creationId xmlns:p14="http://schemas.microsoft.com/office/powerpoint/2010/main" val="478299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2026-09-09T21:49:18.6000000Z</dcterms:created>
  <dcterms:modified xsi:type="dcterms:W3CDTF">2026-09-09T21:49:18.6000000Z</dcterms:modified>
</coreProperties>
</file>